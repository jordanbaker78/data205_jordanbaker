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2" r:id="rId4"/>
    <p:sldMasterId id="214748370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Manrope Light"/>
      <p:regular r:id="rId24"/>
      <p:bold r:id="rId25"/>
    </p:embeddedFont>
    <p:embeddedFont>
      <p:font typeface="Anton"/>
      <p:regular r:id="rId26"/>
    </p:embeddedFont>
    <p:embeddedFont>
      <p:font typeface="Manrope SemiBold"/>
      <p:regular r:id="rId27"/>
      <p:bold r:id="rId28"/>
    </p:embeddedFont>
    <p:embeddedFont>
      <p:font typeface="Manrope"/>
      <p:regular r:id="rId29"/>
      <p:bold r:id="rId30"/>
    </p:embeddedFont>
    <p:embeddedFont>
      <p:font typeface="Manrope ExtraBold"/>
      <p:bold r:id="rId31"/>
    </p:embeddedFont>
    <p:embeddedFont>
      <p:font typeface="Manrope Medium"/>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ManropeLight-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Anton-regular.fntdata"/><Relationship Id="rId25" Type="http://schemas.openxmlformats.org/officeDocument/2006/relationships/font" Target="fonts/ManropeLight-bold.fntdata"/><Relationship Id="rId28" Type="http://schemas.openxmlformats.org/officeDocument/2006/relationships/font" Target="fonts/ManropeSemiBold-bold.fntdata"/><Relationship Id="rId27" Type="http://schemas.openxmlformats.org/officeDocument/2006/relationships/font" Target="fonts/ManropeSemiBold-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Manrope-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anropeExtraBold-bold.fntdata"/><Relationship Id="rId30" Type="http://schemas.openxmlformats.org/officeDocument/2006/relationships/font" Target="fonts/Manrope-bold.fntdata"/><Relationship Id="rId11" Type="http://schemas.openxmlformats.org/officeDocument/2006/relationships/slide" Target="slides/slide5.xml"/><Relationship Id="rId33" Type="http://schemas.openxmlformats.org/officeDocument/2006/relationships/font" Target="fonts/ManropeMedium-bold.fntdata"/><Relationship Id="rId10" Type="http://schemas.openxmlformats.org/officeDocument/2006/relationships/slide" Target="slides/slide4.xml"/><Relationship Id="rId32" Type="http://schemas.openxmlformats.org/officeDocument/2006/relationships/font" Target="fonts/ManropeMedium-regular.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df5084cd6a_0_1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3df5084cd6a_0_1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e08fc78b5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1" name="Google Shape;1071;g3e08fc78b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e08fc78b55_0_20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6" name="Google Shape;1086;g3e08fc78b55_0_20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e08fc78b55_0_30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3e08fc78b55_0_30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e08fc78b55_0_40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g3e08fc78b55_0_40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3e08fc78b55_0_5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9" name="Google Shape;1119;g3e08fc78b55_0_5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3e08fc78b55_0_5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7" name="Google Shape;1127;g3e08fc78b55_0_5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3e08fc78b55_0_5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5" name="Google Shape;1135;g3e08fc78b55_0_5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3e08fc78b55_0_5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g3e08fc78b55_0_5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g3e08fc78b55_0_5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0" name="Google Shape;1150;g3e08fc78b55_0_5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g3e08fc78b55_0_5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8" name="Google Shape;1158;g3e08fc78b55_0_5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e08fc78b55_0_5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6" name="Google Shape;1166;g3e08fc78b55_0_5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rgbClr val="131313"/>
                </a:solidFill>
                <a:latin typeface="Manrope"/>
                <a:ea typeface="Manrope"/>
                <a:cs typeface="Manrope"/>
                <a:sym typeface="Manrope"/>
              </a:rPr>
              <a:t>- There is quite a bit of variation in these graphs. As we mentioned before, the average passer rating for the league only had a spread of about 6 points in these 5 seasons, but the teams that are actually good and bad change significantly from year to year.</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3e08fc78b55_0_5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4" name="Google Shape;1174;g3e08fc78b55_0_5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sz="1200">
                <a:solidFill>
                  <a:srgbClr val="131313"/>
                </a:solidFill>
                <a:latin typeface="Manrope"/>
                <a:ea typeface="Manrope"/>
                <a:cs typeface="Manrope"/>
                <a:sym typeface="Manrope"/>
              </a:rPr>
              <a:t>- There is quite a bit of variation in these graphs. As we mentioned before, the average passer rating for the league only had a spread of about 6 points in these 5 seasons, but the teams that are actually good and bad change significantly from year to year.</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e08fc78b55_0_7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1" name="Google Shape;1181;g3e08fc78b55_0_7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sz="1200">
                <a:solidFill>
                  <a:srgbClr val="131313"/>
                </a:solidFill>
                <a:latin typeface="Manrope"/>
                <a:ea typeface="Manrope"/>
                <a:cs typeface="Manrope"/>
                <a:sym typeface="Manrope"/>
              </a:rPr>
              <a:t>- There is quite a bit of variation in these graphs. As we mentioned before, the average passer rating for the league only had a spread of about 6 points in these 5 seasons, but the teams that are actually good and bad change significantly from year to year.</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g3e08fc78b55_0_5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8" name="Google Shape;1188;g3e08fc78b55_0_5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e08fc78b55_0_5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3e08fc78b55_0_5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e08fc78b55_0_6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1" name="Google Shape;1211;g3e08fc78b55_0_6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ITLE">
  <p:cSld name="BLANK_1_1_1_1_1_1">
    <p:spTree>
      <p:nvGrpSpPr>
        <p:cNvPr id="53" name="Shape 53"/>
        <p:cNvGrpSpPr/>
        <p:nvPr/>
      </p:nvGrpSpPr>
      <p:grpSpPr>
        <a:xfrm>
          <a:off x="0" y="0"/>
          <a:ext cx="0" cy="0"/>
          <a:chOff x="0" y="0"/>
          <a:chExt cx="0" cy="0"/>
        </a:xfrm>
      </p:grpSpPr>
      <p:grpSp>
        <p:nvGrpSpPr>
          <p:cNvPr id="54" name="Google Shape;54;p14"/>
          <p:cNvGrpSpPr/>
          <p:nvPr/>
        </p:nvGrpSpPr>
        <p:grpSpPr>
          <a:xfrm>
            <a:off x="-23299" y="-8075"/>
            <a:ext cx="9190577" cy="5150040"/>
            <a:chOff x="11751" y="-6300"/>
            <a:chExt cx="9190577" cy="5150040"/>
          </a:xfrm>
        </p:grpSpPr>
        <p:grpSp>
          <p:nvGrpSpPr>
            <p:cNvPr id="55" name="Google Shape;55;p14"/>
            <p:cNvGrpSpPr/>
            <p:nvPr/>
          </p:nvGrpSpPr>
          <p:grpSpPr>
            <a:xfrm>
              <a:off x="11751" y="-6300"/>
              <a:ext cx="4777902" cy="2703033"/>
              <a:chOff x="11750" y="-6290"/>
              <a:chExt cx="9125100" cy="5162400"/>
            </a:xfrm>
          </p:grpSpPr>
          <p:cxnSp>
            <p:nvCxnSpPr>
              <p:cNvPr id="56" name="Google Shape;56;p14"/>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7" name="Google Shape;57;p14"/>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8" name="Google Shape;58;p14"/>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9" name="Google Shape;59;p14"/>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0" name="Google Shape;60;p14"/>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 name="Google Shape;61;p14"/>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2" name="Google Shape;62;p14"/>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3" name="Google Shape;63;p14"/>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4" name="Google Shape;64;p14"/>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5" name="Google Shape;65;p14"/>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6" name="Google Shape;66;p14"/>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7" name="Google Shape;67;p14"/>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8" name="Google Shape;68;p14"/>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9" name="Google Shape;69;p14"/>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0" name="Google Shape;70;p14"/>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1" name="Google Shape;71;p14"/>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2" name="Google Shape;72;p14"/>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3" name="Google Shape;73;p14"/>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4" name="Google Shape;74;p14"/>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5" name="Google Shape;75;p14"/>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6" name="Google Shape;76;p14"/>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77" name="Google Shape;77;p14"/>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78" name="Google Shape;78;p14"/>
            <p:cNvGrpSpPr/>
            <p:nvPr/>
          </p:nvGrpSpPr>
          <p:grpSpPr>
            <a:xfrm>
              <a:off x="11751" y="2440707"/>
              <a:ext cx="4777902" cy="2703033"/>
              <a:chOff x="11750" y="-6290"/>
              <a:chExt cx="9125100" cy="5162400"/>
            </a:xfrm>
          </p:grpSpPr>
          <p:cxnSp>
            <p:nvCxnSpPr>
              <p:cNvPr id="79" name="Google Shape;79;p14"/>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0" name="Google Shape;80;p14"/>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1" name="Google Shape;81;p14"/>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2" name="Google Shape;82;p14"/>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3" name="Google Shape;83;p14"/>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4" name="Google Shape;84;p14"/>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5" name="Google Shape;85;p14"/>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6" name="Google Shape;86;p14"/>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7" name="Google Shape;87;p14"/>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8" name="Google Shape;88;p14"/>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89" name="Google Shape;89;p14"/>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0" name="Google Shape;90;p14"/>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1" name="Google Shape;91;p14"/>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2" name="Google Shape;92;p14"/>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3" name="Google Shape;93;p14"/>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4" name="Google Shape;94;p14"/>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5" name="Google Shape;95;p14"/>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6" name="Google Shape;96;p14"/>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7" name="Google Shape;97;p14"/>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8" name="Google Shape;98;p14"/>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9" name="Google Shape;99;p14"/>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0" name="Google Shape;100;p14"/>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101" name="Google Shape;101;p14"/>
            <p:cNvGrpSpPr/>
            <p:nvPr/>
          </p:nvGrpSpPr>
          <p:grpSpPr>
            <a:xfrm>
              <a:off x="4424426" y="-6300"/>
              <a:ext cx="4777902" cy="2703033"/>
              <a:chOff x="11750" y="-6290"/>
              <a:chExt cx="9125100" cy="5162400"/>
            </a:xfrm>
          </p:grpSpPr>
          <p:cxnSp>
            <p:nvCxnSpPr>
              <p:cNvPr id="102" name="Google Shape;102;p14"/>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3" name="Google Shape;103;p14"/>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4" name="Google Shape;104;p14"/>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5" name="Google Shape;105;p14"/>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6" name="Google Shape;106;p14"/>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7" name="Google Shape;107;p14"/>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8" name="Google Shape;108;p14"/>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9" name="Google Shape;109;p14"/>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10" name="Google Shape;110;p14"/>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11" name="Google Shape;111;p14"/>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12" name="Google Shape;112;p14"/>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13" name="Google Shape;113;p14"/>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14" name="Google Shape;114;p14"/>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15" name="Google Shape;115;p14"/>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16" name="Google Shape;116;p14"/>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17" name="Google Shape;117;p14"/>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18" name="Google Shape;118;p14"/>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19" name="Google Shape;119;p14"/>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0" name="Google Shape;120;p14"/>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1" name="Google Shape;121;p14"/>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2" name="Google Shape;122;p14"/>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3" name="Google Shape;123;p14"/>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124" name="Google Shape;124;p14"/>
            <p:cNvGrpSpPr/>
            <p:nvPr/>
          </p:nvGrpSpPr>
          <p:grpSpPr>
            <a:xfrm>
              <a:off x="4424426" y="2440707"/>
              <a:ext cx="4777902" cy="2703033"/>
              <a:chOff x="11750" y="-6290"/>
              <a:chExt cx="9125100" cy="5162400"/>
            </a:xfrm>
          </p:grpSpPr>
          <p:cxnSp>
            <p:nvCxnSpPr>
              <p:cNvPr id="125" name="Google Shape;125;p14"/>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6" name="Google Shape;126;p14"/>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7" name="Google Shape;127;p14"/>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8" name="Google Shape;128;p14"/>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9" name="Google Shape;129;p14"/>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0" name="Google Shape;130;p14"/>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1" name="Google Shape;131;p14"/>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2" name="Google Shape;132;p14"/>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3" name="Google Shape;133;p14"/>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4" name="Google Shape;134;p14"/>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5" name="Google Shape;135;p14"/>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6" name="Google Shape;136;p14"/>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7" name="Google Shape;137;p14"/>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8" name="Google Shape;138;p14"/>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9" name="Google Shape;139;p14"/>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0" name="Google Shape;140;p14"/>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1" name="Google Shape;141;p14"/>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2" name="Google Shape;142;p14"/>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3" name="Google Shape;143;p14"/>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4" name="Google Shape;144;p14"/>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5" name="Google Shape;145;p14"/>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6" name="Google Shape;146;p14"/>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sp>
        <p:nvSpPr>
          <p:cNvPr id="147" name="Google Shape;147;p14"/>
          <p:cNvSpPr txBox="1"/>
          <p:nvPr>
            <p:ph type="title"/>
          </p:nvPr>
        </p:nvSpPr>
        <p:spPr>
          <a:xfrm>
            <a:off x="1081850" y="1719900"/>
            <a:ext cx="6984900" cy="16941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6000"/>
              <a:buFont typeface="Anton"/>
              <a:buNone/>
              <a:defRPr sz="6000"/>
            </a:lvl1pPr>
            <a:lvl2pPr lvl="1" algn="ctr">
              <a:lnSpc>
                <a:spcPct val="80000"/>
              </a:lnSpc>
              <a:spcBef>
                <a:spcPts val="0"/>
              </a:spcBef>
              <a:spcAft>
                <a:spcPts val="0"/>
              </a:spcAft>
              <a:buSzPts val="1400"/>
              <a:buNone/>
              <a:defRPr/>
            </a:lvl2pPr>
            <a:lvl3pPr lvl="2" algn="ctr">
              <a:lnSpc>
                <a:spcPct val="80000"/>
              </a:lnSpc>
              <a:spcBef>
                <a:spcPts val="0"/>
              </a:spcBef>
              <a:spcAft>
                <a:spcPts val="0"/>
              </a:spcAft>
              <a:buSzPts val="1400"/>
              <a:buNone/>
              <a:defRPr/>
            </a:lvl3pPr>
            <a:lvl4pPr lvl="3" algn="ctr">
              <a:lnSpc>
                <a:spcPct val="80000"/>
              </a:lnSpc>
              <a:spcBef>
                <a:spcPts val="0"/>
              </a:spcBef>
              <a:spcAft>
                <a:spcPts val="0"/>
              </a:spcAft>
              <a:buSzPts val="1400"/>
              <a:buNone/>
              <a:defRPr/>
            </a:lvl4pPr>
            <a:lvl5pPr lvl="4" algn="ctr">
              <a:lnSpc>
                <a:spcPct val="80000"/>
              </a:lnSpc>
              <a:spcBef>
                <a:spcPts val="0"/>
              </a:spcBef>
              <a:spcAft>
                <a:spcPts val="0"/>
              </a:spcAft>
              <a:buSzPts val="1400"/>
              <a:buNone/>
              <a:defRPr/>
            </a:lvl5pPr>
            <a:lvl6pPr lvl="5" algn="ctr">
              <a:lnSpc>
                <a:spcPct val="80000"/>
              </a:lnSpc>
              <a:spcBef>
                <a:spcPts val="0"/>
              </a:spcBef>
              <a:spcAft>
                <a:spcPts val="0"/>
              </a:spcAft>
              <a:buSzPts val="1400"/>
              <a:buNone/>
              <a:defRPr/>
            </a:lvl6pPr>
            <a:lvl7pPr lvl="6" algn="ctr">
              <a:lnSpc>
                <a:spcPct val="80000"/>
              </a:lnSpc>
              <a:spcBef>
                <a:spcPts val="0"/>
              </a:spcBef>
              <a:spcAft>
                <a:spcPts val="0"/>
              </a:spcAft>
              <a:buSzPts val="1400"/>
              <a:buNone/>
              <a:defRPr/>
            </a:lvl7pPr>
            <a:lvl8pPr lvl="7" algn="ctr">
              <a:lnSpc>
                <a:spcPct val="80000"/>
              </a:lnSpc>
              <a:spcBef>
                <a:spcPts val="0"/>
              </a:spcBef>
              <a:spcAft>
                <a:spcPts val="0"/>
              </a:spcAft>
              <a:buSzPts val="1400"/>
              <a:buNone/>
              <a:defRPr/>
            </a:lvl8pPr>
            <a:lvl9pPr lvl="8" algn="ctr">
              <a:lnSpc>
                <a:spcPct val="80000"/>
              </a:lnSpc>
              <a:spcBef>
                <a:spcPts val="0"/>
              </a:spcBef>
              <a:spcAft>
                <a:spcPts val="0"/>
              </a:spcAft>
              <a:buSzPts val="1400"/>
              <a:buNone/>
              <a:defRPr/>
            </a:lvl9pPr>
          </a:lstStyle>
          <a:p/>
        </p:txBody>
      </p:sp>
      <p:sp>
        <p:nvSpPr>
          <p:cNvPr id="148" name="Google Shape;148;p14"/>
          <p:cNvSpPr txBox="1"/>
          <p:nvPr>
            <p:ph idx="2" type="title"/>
          </p:nvPr>
        </p:nvSpPr>
        <p:spPr>
          <a:xfrm rot="-54379">
            <a:off x="5015453" y="3227438"/>
            <a:ext cx="1517290" cy="301238"/>
          </a:xfrm>
          <a:prstGeom prst="rect">
            <a:avLst/>
          </a:prstGeom>
          <a:solidFill>
            <a:schemeClr val="accent3"/>
          </a:solidFill>
        </p:spPr>
        <p:txBody>
          <a:bodyPr anchorCtr="0" anchor="ctr" bIns="91425" lIns="91425" spcFirstLastPara="1" rIns="91425" wrap="square" tIns="91425">
            <a:spAutoFit/>
          </a:bodyPr>
          <a:lstStyle>
            <a:lvl1pPr lvl="0" algn="ctr">
              <a:spcBef>
                <a:spcPts val="0"/>
              </a:spcBef>
              <a:spcAft>
                <a:spcPts val="0"/>
              </a:spcAft>
              <a:buSzPts val="1000"/>
              <a:buFont typeface="Manrope ExtraBold"/>
              <a:buNone/>
              <a:defRPr b="0" sz="1000">
                <a:latin typeface="Manrope ExtraBold"/>
                <a:ea typeface="Manrope ExtraBold"/>
                <a:cs typeface="Manrope ExtraBold"/>
                <a:sym typeface="Manrope ExtraBold"/>
              </a:defRPr>
            </a:lvl1pPr>
            <a:lvl2pPr lvl="1" algn="ctr">
              <a:spcBef>
                <a:spcPts val="0"/>
              </a:spcBef>
              <a:spcAft>
                <a:spcPts val="0"/>
              </a:spcAft>
              <a:buSzPts val="1300"/>
              <a:buFont typeface="Manrope ExtraBold"/>
              <a:buNone/>
              <a:defRPr sz="1300">
                <a:latin typeface="Manrope ExtraBold"/>
                <a:ea typeface="Manrope ExtraBold"/>
                <a:cs typeface="Manrope ExtraBold"/>
                <a:sym typeface="Manrope ExtraBold"/>
              </a:defRPr>
            </a:lvl2pPr>
            <a:lvl3pPr lvl="2" algn="ctr">
              <a:spcBef>
                <a:spcPts val="0"/>
              </a:spcBef>
              <a:spcAft>
                <a:spcPts val="0"/>
              </a:spcAft>
              <a:buSzPts val="1300"/>
              <a:buFont typeface="Manrope ExtraBold"/>
              <a:buNone/>
              <a:defRPr sz="1300">
                <a:latin typeface="Manrope ExtraBold"/>
                <a:ea typeface="Manrope ExtraBold"/>
                <a:cs typeface="Manrope ExtraBold"/>
                <a:sym typeface="Manrope ExtraBold"/>
              </a:defRPr>
            </a:lvl3pPr>
            <a:lvl4pPr lvl="3" algn="ctr">
              <a:spcBef>
                <a:spcPts val="0"/>
              </a:spcBef>
              <a:spcAft>
                <a:spcPts val="0"/>
              </a:spcAft>
              <a:buSzPts val="1300"/>
              <a:buFont typeface="Manrope ExtraBold"/>
              <a:buNone/>
              <a:defRPr sz="1300">
                <a:latin typeface="Manrope ExtraBold"/>
                <a:ea typeface="Manrope ExtraBold"/>
                <a:cs typeface="Manrope ExtraBold"/>
                <a:sym typeface="Manrope ExtraBold"/>
              </a:defRPr>
            </a:lvl4pPr>
            <a:lvl5pPr lvl="4" algn="ctr">
              <a:spcBef>
                <a:spcPts val="0"/>
              </a:spcBef>
              <a:spcAft>
                <a:spcPts val="0"/>
              </a:spcAft>
              <a:buSzPts val="1300"/>
              <a:buFont typeface="Manrope ExtraBold"/>
              <a:buNone/>
              <a:defRPr sz="1300">
                <a:latin typeface="Manrope ExtraBold"/>
                <a:ea typeface="Manrope ExtraBold"/>
                <a:cs typeface="Manrope ExtraBold"/>
                <a:sym typeface="Manrope ExtraBold"/>
              </a:defRPr>
            </a:lvl5pPr>
            <a:lvl6pPr lvl="5" algn="ctr">
              <a:spcBef>
                <a:spcPts val="0"/>
              </a:spcBef>
              <a:spcAft>
                <a:spcPts val="0"/>
              </a:spcAft>
              <a:buSzPts val="1300"/>
              <a:buFont typeface="Manrope ExtraBold"/>
              <a:buNone/>
              <a:defRPr sz="1300">
                <a:latin typeface="Manrope ExtraBold"/>
                <a:ea typeface="Manrope ExtraBold"/>
                <a:cs typeface="Manrope ExtraBold"/>
                <a:sym typeface="Manrope ExtraBold"/>
              </a:defRPr>
            </a:lvl6pPr>
            <a:lvl7pPr lvl="6" algn="ctr">
              <a:spcBef>
                <a:spcPts val="0"/>
              </a:spcBef>
              <a:spcAft>
                <a:spcPts val="0"/>
              </a:spcAft>
              <a:buSzPts val="1300"/>
              <a:buFont typeface="Manrope ExtraBold"/>
              <a:buNone/>
              <a:defRPr sz="1300">
                <a:latin typeface="Manrope ExtraBold"/>
                <a:ea typeface="Manrope ExtraBold"/>
                <a:cs typeface="Manrope ExtraBold"/>
                <a:sym typeface="Manrope ExtraBold"/>
              </a:defRPr>
            </a:lvl7pPr>
            <a:lvl8pPr lvl="7" algn="ctr">
              <a:spcBef>
                <a:spcPts val="0"/>
              </a:spcBef>
              <a:spcAft>
                <a:spcPts val="0"/>
              </a:spcAft>
              <a:buSzPts val="1300"/>
              <a:buFont typeface="Manrope ExtraBold"/>
              <a:buNone/>
              <a:defRPr sz="1300">
                <a:latin typeface="Manrope ExtraBold"/>
                <a:ea typeface="Manrope ExtraBold"/>
                <a:cs typeface="Manrope ExtraBold"/>
                <a:sym typeface="Manrope ExtraBold"/>
              </a:defRPr>
            </a:lvl8pPr>
            <a:lvl9pPr lvl="8" algn="ctr">
              <a:spcBef>
                <a:spcPts val="0"/>
              </a:spcBef>
              <a:spcAft>
                <a:spcPts val="0"/>
              </a:spcAft>
              <a:buSzPts val="1300"/>
              <a:buFont typeface="Manrope ExtraBold"/>
              <a:buNone/>
              <a:defRPr sz="1300">
                <a:latin typeface="Manrope ExtraBold"/>
                <a:ea typeface="Manrope ExtraBold"/>
                <a:cs typeface="Manrope ExtraBold"/>
                <a:sym typeface="Manrope ExtraBold"/>
              </a:defRPr>
            </a:lvl9pPr>
          </a:lstStyle>
          <a:p/>
        </p:txBody>
      </p:sp>
      <p:sp>
        <p:nvSpPr>
          <p:cNvPr id="149" name="Google Shape;149;p14"/>
          <p:cNvSpPr txBox="1"/>
          <p:nvPr>
            <p:ph idx="1" type="body"/>
          </p:nvPr>
        </p:nvSpPr>
        <p:spPr>
          <a:xfrm>
            <a:off x="2422100" y="4170725"/>
            <a:ext cx="4304400" cy="438300"/>
          </a:xfrm>
          <a:prstGeom prst="rect">
            <a:avLst/>
          </a:prstGeom>
        </p:spPr>
        <p:txBody>
          <a:bodyPr anchorCtr="0" anchor="ctr" bIns="91425" lIns="91425" spcFirstLastPara="1" rIns="91425" wrap="square" tIns="91425">
            <a:noAutofit/>
          </a:bodyPr>
          <a:lstStyle>
            <a:lvl1pPr indent="-292100" lvl="0" marL="457200" algn="ctr">
              <a:spcBef>
                <a:spcPts val="0"/>
              </a:spcBef>
              <a:spcAft>
                <a:spcPts val="0"/>
              </a:spcAft>
              <a:buSzPts val="1000"/>
              <a:buFont typeface="Manrope Light"/>
              <a:buChar char="●"/>
              <a:defRPr sz="1000">
                <a:latin typeface="Manrope Light"/>
                <a:ea typeface="Manrope Light"/>
                <a:cs typeface="Manrope Light"/>
                <a:sym typeface="Manrope Light"/>
              </a:defRPr>
            </a:lvl1pPr>
            <a:lvl2pPr indent="-292100" lvl="1" marL="914400" algn="ctr">
              <a:spcBef>
                <a:spcPts val="800"/>
              </a:spcBef>
              <a:spcAft>
                <a:spcPts val="0"/>
              </a:spcAft>
              <a:buSzPts val="1000"/>
              <a:buFont typeface="Manrope Light"/>
              <a:buChar char="○"/>
              <a:defRPr sz="1000">
                <a:latin typeface="Manrope Light"/>
                <a:ea typeface="Manrope Light"/>
                <a:cs typeface="Manrope Light"/>
                <a:sym typeface="Manrope Light"/>
              </a:defRPr>
            </a:lvl2pPr>
            <a:lvl3pPr indent="-292100" lvl="2" marL="1371600" algn="ctr">
              <a:spcBef>
                <a:spcPts val="800"/>
              </a:spcBef>
              <a:spcAft>
                <a:spcPts val="0"/>
              </a:spcAft>
              <a:buSzPts val="1000"/>
              <a:buFont typeface="Manrope Light"/>
              <a:buChar char="■"/>
              <a:defRPr sz="1000">
                <a:latin typeface="Manrope Light"/>
                <a:ea typeface="Manrope Light"/>
                <a:cs typeface="Manrope Light"/>
                <a:sym typeface="Manrope Light"/>
              </a:defRPr>
            </a:lvl3pPr>
            <a:lvl4pPr indent="-292100" lvl="3" marL="1828800" algn="ctr">
              <a:spcBef>
                <a:spcPts val="800"/>
              </a:spcBef>
              <a:spcAft>
                <a:spcPts val="0"/>
              </a:spcAft>
              <a:buSzPts val="1000"/>
              <a:buFont typeface="Manrope Light"/>
              <a:buChar char="●"/>
              <a:defRPr sz="1000">
                <a:latin typeface="Manrope Light"/>
                <a:ea typeface="Manrope Light"/>
                <a:cs typeface="Manrope Light"/>
                <a:sym typeface="Manrope Light"/>
              </a:defRPr>
            </a:lvl4pPr>
            <a:lvl5pPr indent="-292100" lvl="4" marL="2286000" algn="ctr">
              <a:spcBef>
                <a:spcPts val="800"/>
              </a:spcBef>
              <a:spcAft>
                <a:spcPts val="0"/>
              </a:spcAft>
              <a:buSzPts val="1000"/>
              <a:buFont typeface="Manrope Light"/>
              <a:buChar char="○"/>
              <a:defRPr sz="1000">
                <a:latin typeface="Manrope Light"/>
                <a:ea typeface="Manrope Light"/>
                <a:cs typeface="Manrope Light"/>
                <a:sym typeface="Manrope Light"/>
              </a:defRPr>
            </a:lvl5pPr>
            <a:lvl6pPr indent="-292100" lvl="5" marL="2743200" algn="ctr">
              <a:spcBef>
                <a:spcPts val="800"/>
              </a:spcBef>
              <a:spcAft>
                <a:spcPts val="0"/>
              </a:spcAft>
              <a:buSzPts val="1000"/>
              <a:buFont typeface="Manrope Light"/>
              <a:buChar char="■"/>
              <a:defRPr sz="1000">
                <a:latin typeface="Manrope Light"/>
                <a:ea typeface="Manrope Light"/>
                <a:cs typeface="Manrope Light"/>
                <a:sym typeface="Manrope Light"/>
              </a:defRPr>
            </a:lvl6pPr>
            <a:lvl7pPr indent="-292100" lvl="6" marL="3200400" algn="ctr">
              <a:spcBef>
                <a:spcPts val="800"/>
              </a:spcBef>
              <a:spcAft>
                <a:spcPts val="0"/>
              </a:spcAft>
              <a:buSzPts val="1000"/>
              <a:buFont typeface="Manrope Light"/>
              <a:buChar char="●"/>
              <a:defRPr sz="1000">
                <a:latin typeface="Manrope Light"/>
                <a:ea typeface="Manrope Light"/>
                <a:cs typeface="Manrope Light"/>
                <a:sym typeface="Manrope Light"/>
              </a:defRPr>
            </a:lvl7pPr>
            <a:lvl8pPr indent="-292100" lvl="7" marL="3657600" algn="ctr">
              <a:spcBef>
                <a:spcPts val="800"/>
              </a:spcBef>
              <a:spcAft>
                <a:spcPts val="0"/>
              </a:spcAft>
              <a:buSzPts val="1000"/>
              <a:buFont typeface="Manrope Light"/>
              <a:buChar char="○"/>
              <a:defRPr sz="1000">
                <a:latin typeface="Manrope Light"/>
                <a:ea typeface="Manrope Light"/>
                <a:cs typeface="Manrope Light"/>
                <a:sym typeface="Manrope Light"/>
              </a:defRPr>
            </a:lvl8pPr>
            <a:lvl9pPr indent="-292100" lvl="8" marL="4114800" algn="ctr">
              <a:spcBef>
                <a:spcPts val="800"/>
              </a:spcBef>
              <a:spcAft>
                <a:spcPts val="800"/>
              </a:spcAft>
              <a:buSzPts val="1000"/>
              <a:buFont typeface="Manrope Light"/>
              <a:buChar char="■"/>
              <a:defRPr sz="1000">
                <a:latin typeface="Manrope Light"/>
                <a:ea typeface="Manrope Light"/>
                <a:cs typeface="Manrope Light"/>
                <a:sym typeface="Manrope Light"/>
              </a:defRPr>
            </a:lvl9pPr>
          </a:lstStyle>
          <a:p/>
        </p:txBody>
      </p:sp>
      <p:sp>
        <p:nvSpPr>
          <p:cNvPr id="150" name="Google Shape;150;p14"/>
          <p:cNvSpPr txBox="1"/>
          <p:nvPr>
            <p:ph idx="3" type="title"/>
          </p:nvPr>
        </p:nvSpPr>
        <p:spPr>
          <a:xfrm rot="-555761">
            <a:off x="6594632" y="3130269"/>
            <a:ext cx="1047458" cy="301246"/>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SzPts val="1000"/>
              <a:buFont typeface="Manrope ExtraBold"/>
              <a:buNone/>
              <a:defRPr b="0" sz="1000">
                <a:latin typeface="Manrope ExtraBold"/>
                <a:ea typeface="Manrope ExtraBold"/>
                <a:cs typeface="Manrope ExtraBold"/>
                <a:sym typeface="Manrope ExtraBold"/>
              </a:defRPr>
            </a:lvl1pPr>
            <a:lvl2pPr lvl="1" algn="ctr">
              <a:spcBef>
                <a:spcPts val="0"/>
              </a:spcBef>
              <a:spcAft>
                <a:spcPts val="0"/>
              </a:spcAft>
              <a:buSzPts val="1300"/>
              <a:buFont typeface="Manrope ExtraBold"/>
              <a:buNone/>
              <a:defRPr sz="1300">
                <a:latin typeface="Manrope ExtraBold"/>
                <a:ea typeface="Manrope ExtraBold"/>
                <a:cs typeface="Manrope ExtraBold"/>
                <a:sym typeface="Manrope ExtraBold"/>
              </a:defRPr>
            </a:lvl2pPr>
            <a:lvl3pPr lvl="2" algn="ctr">
              <a:spcBef>
                <a:spcPts val="0"/>
              </a:spcBef>
              <a:spcAft>
                <a:spcPts val="0"/>
              </a:spcAft>
              <a:buSzPts val="1300"/>
              <a:buFont typeface="Manrope ExtraBold"/>
              <a:buNone/>
              <a:defRPr sz="1300">
                <a:latin typeface="Manrope ExtraBold"/>
                <a:ea typeface="Manrope ExtraBold"/>
                <a:cs typeface="Manrope ExtraBold"/>
                <a:sym typeface="Manrope ExtraBold"/>
              </a:defRPr>
            </a:lvl3pPr>
            <a:lvl4pPr lvl="3" algn="ctr">
              <a:spcBef>
                <a:spcPts val="0"/>
              </a:spcBef>
              <a:spcAft>
                <a:spcPts val="0"/>
              </a:spcAft>
              <a:buSzPts val="1300"/>
              <a:buFont typeface="Manrope ExtraBold"/>
              <a:buNone/>
              <a:defRPr sz="1300">
                <a:latin typeface="Manrope ExtraBold"/>
                <a:ea typeface="Manrope ExtraBold"/>
                <a:cs typeface="Manrope ExtraBold"/>
                <a:sym typeface="Manrope ExtraBold"/>
              </a:defRPr>
            </a:lvl4pPr>
            <a:lvl5pPr lvl="4" algn="ctr">
              <a:spcBef>
                <a:spcPts val="0"/>
              </a:spcBef>
              <a:spcAft>
                <a:spcPts val="0"/>
              </a:spcAft>
              <a:buSzPts val="1300"/>
              <a:buFont typeface="Manrope ExtraBold"/>
              <a:buNone/>
              <a:defRPr sz="1300">
                <a:latin typeface="Manrope ExtraBold"/>
                <a:ea typeface="Manrope ExtraBold"/>
                <a:cs typeface="Manrope ExtraBold"/>
                <a:sym typeface="Manrope ExtraBold"/>
              </a:defRPr>
            </a:lvl5pPr>
            <a:lvl6pPr lvl="5" algn="ctr">
              <a:spcBef>
                <a:spcPts val="0"/>
              </a:spcBef>
              <a:spcAft>
                <a:spcPts val="0"/>
              </a:spcAft>
              <a:buSzPts val="1300"/>
              <a:buFont typeface="Manrope ExtraBold"/>
              <a:buNone/>
              <a:defRPr sz="1300">
                <a:latin typeface="Manrope ExtraBold"/>
                <a:ea typeface="Manrope ExtraBold"/>
                <a:cs typeface="Manrope ExtraBold"/>
                <a:sym typeface="Manrope ExtraBold"/>
              </a:defRPr>
            </a:lvl6pPr>
            <a:lvl7pPr lvl="6" algn="ctr">
              <a:spcBef>
                <a:spcPts val="0"/>
              </a:spcBef>
              <a:spcAft>
                <a:spcPts val="0"/>
              </a:spcAft>
              <a:buSzPts val="1300"/>
              <a:buFont typeface="Manrope ExtraBold"/>
              <a:buNone/>
              <a:defRPr sz="1300">
                <a:latin typeface="Manrope ExtraBold"/>
                <a:ea typeface="Manrope ExtraBold"/>
                <a:cs typeface="Manrope ExtraBold"/>
                <a:sym typeface="Manrope ExtraBold"/>
              </a:defRPr>
            </a:lvl7pPr>
            <a:lvl8pPr lvl="7" algn="ctr">
              <a:spcBef>
                <a:spcPts val="0"/>
              </a:spcBef>
              <a:spcAft>
                <a:spcPts val="0"/>
              </a:spcAft>
              <a:buSzPts val="1300"/>
              <a:buFont typeface="Manrope ExtraBold"/>
              <a:buNone/>
              <a:defRPr sz="1300">
                <a:latin typeface="Manrope ExtraBold"/>
                <a:ea typeface="Manrope ExtraBold"/>
                <a:cs typeface="Manrope ExtraBold"/>
                <a:sym typeface="Manrope ExtraBold"/>
              </a:defRPr>
            </a:lvl8pPr>
            <a:lvl9pPr lvl="8" algn="ctr">
              <a:spcBef>
                <a:spcPts val="0"/>
              </a:spcBef>
              <a:spcAft>
                <a:spcPts val="0"/>
              </a:spcAft>
              <a:buSzPts val="1300"/>
              <a:buFont typeface="Manrope ExtraBold"/>
              <a:buNone/>
              <a:defRPr sz="1300">
                <a:latin typeface="Manrope ExtraBold"/>
                <a:ea typeface="Manrope ExtraBold"/>
                <a:cs typeface="Manrope ExtraBold"/>
                <a:sym typeface="Manrope ExtraBold"/>
              </a:defRPr>
            </a:lvl9pPr>
          </a:lstStyle>
          <a:p/>
        </p:txBody>
      </p:sp>
      <p:sp>
        <p:nvSpPr>
          <p:cNvPr id="151" name="Google Shape;151;p14"/>
          <p:cNvSpPr txBox="1"/>
          <p:nvPr>
            <p:ph idx="4" type="subTitle"/>
          </p:nvPr>
        </p:nvSpPr>
        <p:spPr>
          <a:xfrm rot="-503039">
            <a:off x="2206578" y="1204399"/>
            <a:ext cx="2211838" cy="438184"/>
          </a:xfrm>
          <a:prstGeom prst="rect">
            <a:avLst/>
          </a:prstGeom>
          <a:solidFill>
            <a:schemeClr val="dk2"/>
          </a:solidFill>
        </p:spPr>
        <p:txBody>
          <a:bodyPr anchorCtr="0" anchor="ctr" bIns="91425" lIns="91425" spcFirstLastPara="1" rIns="91425" wrap="square" tIns="91425">
            <a:noAutofit/>
          </a:bodyPr>
          <a:lstStyle>
            <a:lvl1pPr lvl="0" algn="ctr">
              <a:spcBef>
                <a:spcPts val="0"/>
              </a:spcBef>
              <a:spcAft>
                <a:spcPts val="0"/>
              </a:spcAft>
              <a:buSzPts val="1300"/>
              <a:buFont typeface="Manrope"/>
              <a:buNone/>
              <a:defRPr b="1" sz="1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BLANK_1">
    <p:bg>
      <p:bgPr>
        <a:solidFill>
          <a:schemeClr val="lt1"/>
        </a:solidFill>
      </p:bgPr>
    </p:bg>
    <p:spTree>
      <p:nvGrpSpPr>
        <p:cNvPr id="152" name="Shape 152"/>
        <p:cNvGrpSpPr/>
        <p:nvPr/>
      </p:nvGrpSpPr>
      <p:grpSpPr>
        <a:xfrm>
          <a:off x="0" y="0"/>
          <a:ext cx="0" cy="0"/>
          <a:chOff x="0" y="0"/>
          <a:chExt cx="0" cy="0"/>
        </a:xfrm>
      </p:grpSpPr>
      <p:sp>
        <p:nvSpPr>
          <p:cNvPr id="153" name="Google Shape;153;p15"/>
          <p:cNvSpPr/>
          <p:nvPr/>
        </p:nvSpPr>
        <p:spPr>
          <a:xfrm>
            <a:off x="0" y="0"/>
            <a:ext cx="9161700" cy="5143500"/>
          </a:xfrm>
          <a:prstGeom prst="snip1Rect">
            <a:avLst>
              <a:gd fmla="val 24161"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54" name="Google Shape;154;p15"/>
          <p:cNvSpPr txBox="1"/>
          <p:nvPr>
            <p:ph type="title"/>
          </p:nvPr>
        </p:nvSpPr>
        <p:spPr>
          <a:xfrm>
            <a:off x="460500" y="2025700"/>
            <a:ext cx="4703100" cy="1821300"/>
          </a:xfrm>
          <a:prstGeom prst="rect">
            <a:avLst/>
          </a:prstGeom>
        </p:spPr>
        <p:txBody>
          <a:bodyPr anchorCtr="0" anchor="b" bIns="0" lIns="91425" spcFirstLastPara="1" rIns="91425" wrap="square" tIns="91425">
            <a:noAutofit/>
          </a:bodyPr>
          <a:lstStyle>
            <a:lvl1pPr lvl="0">
              <a:spcBef>
                <a:spcPts val="0"/>
              </a:spcBef>
              <a:spcAft>
                <a:spcPts val="0"/>
              </a:spcAft>
              <a:buSzPts val="9600"/>
              <a:buNone/>
              <a:defRPr b="0" sz="9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p15"/>
          <p:cNvSpPr txBox="1"/>
          <p:nvPr>
            <p:ph idx="1" type="body"/>
          </p:nvPr>
        </p:nvSpPr>
        <p:spPr>
          <a:xfrm>
            <a:off x="460500" y="4085525"/>
            <a:ext cx="3501600" cy="5982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156" name="Google Shape;156;p15"/>
          <p:cNvSpPr/>
          <p:nvPr/>
        </p:nvSpPr>
        <p:spPr>
          <a:xfrm>
            <a:off x="7735575" y="-10150"/>
            <a:ext cx="1428750" cy="1320800"/>
          </a:xfrm>
          <a:custGeom>
            <a:rect b="b" l="l" r="r" t="t"/>
            <a:pathLst>
              <a:path extrusionOk="0" h="52832" w="57150">
                <a:moveTo>
                  <a:pt x="4572" y="0"/>
                </a:moveTo>
                <a:lnTo>
                  <a:pt x="0" y="51308"/>
                </a:lnTo>
                <a:lnTo>
                  <a:pt x="57150" y="52832"/>
                </a:lnTo>
                <a:lnTo>
                  <a:pt x="57150" y="47752"/>
                </a:lnTo>
                <a:lnTo>
                  <a:pt x="9144" y="0"/>
                </a:lnTo>
                <a:close/>
              </a:path>
            </a:pathLst>
          </a:custGeom>
          <a:solidFill>
            <a:schemeClr val="dk1"/>
          </a:solid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spTree>
      <p:nvGrpSpPr>
        <p:cNvPr id="157" name="Shape 157"/>
        <p:cNvGrpSpPr/>
        <p:nvPr/>
      </p:nvGrpSpPr>
      <p:grpSpPr>
        <a:xfrm>
          <a:off x="0" y="0"/>
          <a:ext cx="0" cy="0"/>
          <a:chOff x="0" y="0"/>
          <a:chExt cx="0" cy="0"/>
        </a:xfrm>
      </p:grpSpPr>
      <p:sp>
        <p:nvSpPr>
          <p:cNvPr id="158" name="Google Shape;158;p16"/>
          <p:cNvSpPr txBox="1"/>
          <p:nvPr>
            <p:ph idx="1" type="body"/>
          </p:nvPr>
        </p:nvSpPr>
        <p:spPr>
          <a:xfrm>
            <a:off x="925650" y="1204025"/>
            <a:ext cx="4028700" cy="3671400"/>
          </a:xfrm>
          <a:prstGeom prst="rect">
            <a:avLst/>
          </a:prstGeom>
        </p:spPr>
        <p:txBody>
          <a:bodyPr anchorCtr="0" anchor="t" bIns="91425" lIns="91425" spcFirstLastPara="1" rIns="91425" wrap="square" tIns="91425">
            <a:normAutofit/>
          </a:bodyPr>
          <a:lstStyle>
            <a:lvl1pPr indent="-323850" lvl="0" marL="4572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1pPr>
            <a:lvl2pPr indent="-323850" lvl="1" marL="9144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2pPr>
            <a:lvl3pPr indent="-323850" lvl="2" marL="13716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3pPr>
            <a:lvl4pPr indent="-323850" lvl="3" marL="18288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4pPr>
            <a:lvl5pPr indent="-323850" lvl="4" marL="22860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5pPr>
            <a:lvl6pPr indent="-323850" lvl="5" marL="27432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6pPr>
            <a:lvl7pPr indent="-323850" lvl="6" marL="32004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7pPr>
            <a:lvl8pPr indent="-323850" lvl="7" marL="36576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8pPr>
            <a:lvl9pPr indent="-323850" lvl="8" marL="41148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9pPr>
          </a:lstStyle>
          <a:p/>
        </p:txBody>
      </p:sp>
      <p:grpSp>
        <p:nvGrpSpPr>
          <p:cNvPr id="159" name="Google Shape;159;p16"/>
          <p:cNvGrpSpPr/>
          <p:nvPr/>
        </p:nvGrpSpPr>
        <p:grpSpPr>
          <a:xfrm>
            <a:off x="-6750" y="576950"/>
            <a:ext cx="9144146" cy="4114800"/>
            <a:chOff x="-6750" y="576950"/>
            <a:chExt cx="9144146" cy="4114800"/>
          </a:xfrm>
        </p:grpSpPr>
        <p:cxnSp>
          <p:nvCxnSpPr>
            <p:cNvPr id="160" name="Google Shape;160;p16"/>
            <p:cNvCxnSpPr/>
            <p:nvPr/>
          </p:nvCxnSpPr>
          <p:spPr>
            <a:xfrm>
              <a:off x="-6750" y="57695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61" name="Google Shape;161;p16"/>
            <p:cNvCxnSpPr/>
            <p:nvPr/>
          </p:nvCxnSpPr>
          <p:spPr>
            <a:xfrm>
              <a:off x="-4" y="109130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62" name="Google Shape;162;p16"/>
            <p:cNvCxnSpPr/>
            <p:nvPr/>
          </p:nvCxnSpPr>
          <p:spPr>
            <a:xfrm>
              <a:off x="-4" y="160565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63" name="Google Shape;163;p16"/>
            <p:cNvCxnSpPr/>
            <p:nvPr/>
          </p:nvCxnSpPr>
          <p:spPr>
            <a:xfrm>
              <a:off x="-4" y="212000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64" name="Google Shape;164;p16"/>
            <p:cNvCxnSpPr/>
            <p:nvPr/>
          </p:nvCxnSpPr>
          <p:spPr>
            <a:xfrm>
              <a:off x="-4" y="263435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65" name="Google Shape;165;p16"/>
            <p:cNvCxnSpPr/>
            <p:nvPr/>
          </p:nvCxnSpPr>
          <p:spPr>
            <a:xfrm>
              <a:off x="-4" y="314870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66" name="Google Shape;166;p16"/>
            <p:cNvCxnSpPr/>
            <p:nvPr/>
          </p:nvCxnSpPr>
          <p:spPr>
            <a:xfrm>
              <a:off x="-4" y="366305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67" name="Google Shape;167;p16"/>
            <p:cNvCxnSpPr/>
            <p:nvPr/>
          </p:nvCxnSpPr>
          <p:spPr>
            <a:xfrm>
              <a:off x="-4" y="417740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68" name="Google Shape;168;p16"/>
            <p:cNvCxnSpPr/>
            <p:nvPr/>
          </p:nvCxnSpPr>
          <p:spPr>
            <a:xfrm>
              <a:off x="-4" y="4691750"/>
              <a:ext cx="9137400" cy="0"/>
            </a:xfrm>
            <a:prstGeom prst="straightConnector1">
              <a:avLst/>
            </a:prstGeom>
            <a:noFill/>
            <a:ln cap="flat" cmpd="sng" w="9525">
              <a:solidFill>
                <a:schemeClr val="accent5"/>
              </a:solidFill>
              <a:prstDash val="solid"/>
              <a:round/>
              <a:headEnd len="sm" w="sm" type="none"/>
              <a:tailEnd len="sm" w="sm" type="none"/>
            </a:ln>
          </p:spPr>
        </p:cxnSp>
      </p:grpSp>
      <p:cxnSp>
        <p:nvCxnSpPr>
          <p:cNvPr id="169" name="Google Shape;169;p16"/>
          <p:cNvCxnSpPr/>
          <p:nvPr/>
        </p:nvCxnSpPr>
        <p:spPr>
          <a:xfrm>
            <a:off x="710300" y="0"/>
            <a:ext cx="0" cy="5143500"/>
          </a:xfrm>
          <a:prstGeom prst="straightConnector1">
            <a:avLst/>
          </a:prstGeom>
          <a:noFill/>
          <a:ln cap="flat" cmpd="sng" w="9525">
            <a:solidFill>
              <a:schemeClr val="accent1"/>
            </a:solidFill>
            <a:prstDash val="solid"/>
            <a:round/>
            <a:headEnd len="sm" w="sm" type="none"/>
            <a:tailEnd len="sm" w="sm" type="none"/>
          </a:ln>
        </p:spPr>
      </p:cxnSp>
      <p:cxnSp>
        <p:nvCxnSpPr>
          <p:cNvPr id="170" name="Google Shape;170;p16"/>
          <p:cNvCxnSpPr/>
          <p:nvPr/>
        </p:nvCxnSpPr>
        <p:spPr>
          <a:xfrm>
            <a:off x="664825" y="0"/>
            <a:ext cx="0" cy="5143500"/>
          </a:xfrm>
          <a:prstGeom prst="straightConnector1">
            <a:avLst/>
          </a:prstGeom>
          <a:noFill/>
          <a:ln cap="flat" cmpd="sng" w="9525">
            <a:solidFill>
              <a:schemeClr val="accent1"/>
            </a:solidFill>
            <a:prstDash val="solid"/>
            <a:round/>
            <a:headEnd len="sm" w="sm" type="none"/>
            <a:tailEnd len="sm" w="sm" type="none"/>
          </a:ln>
        </p:spPr>
      </p:cxnSp>
      <p:sp>
        <p:nvSpPr>
          <p:cNvPr id="171" name="Google Shape;171;p16"/>
          <p:cNvSpPr/>
          <p:nvPr/>
        </p:nvSpPr>
        <p:spPr>
          <a:xfrm>
            <a:off x="245425" y="1542047"/>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72" name="Google Shape;172;p16"/>
          <p:cNvSpPr/>
          <p:nvPr/>
        </p:nvSpPr>
        <p:spPr>
          <a:xfrm>
            <a:off x="245425" y="3599460"/>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73" name="Google Shape;173;p16"/>
          <p:cNvSpPr txBox="1"/>
          <p:nvPr>
            <p:ph type="title"/>
          </p:nvPr>
        </p:nvSpPr>
        <p:spPr>
          <a:xfrm rot="-289081">
            <a:off x="587746" y="495097"/>
            <a:ext cx="2100221" cy="569601"/>
          </a:xfrm>
          <a:prstGeom prst="rect">
            <a:avLst/>
          </a:prstGeom>
          <a:solidFill>
            <a:schemeClr val="dk2"/>
          </a:solidFill>
        </p:spPr>
        <p:txBody>
          <a:bodyPr anchorCtr="0" anchor="ctr" bIns="91425" lIns="91425" spcFirstLastPara="1" rIns="91425" wrap="square" tIns="91425">
            <a:noAutofit/>
          </a:bodyPr>
          <a:lstStyle>
            <a:lvl1pPr lvl="0" algn="ctr">
              <a:spcBef>
                <a:spcPts val="0"/>
              </a:spcBef>
              <a:spcAft>
                <a:spcPts val="0"/>
              </a:spcAft>
              <a:buSzPts val="3000"/>
              <a:buFont typeface="Anton"/>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Quarter's Goals">
  <p:cSld name="CUSTOM_1_1_3_1_1">
    <p:spTree>
      <p:nvGrpSpPr>
        <p:cNvPr id="174" name="Shape 174"/>
        <p:cNvGrpSpPr/>
        <p:nvPr/>
      </p:nvGrpSpPr>
      <p:grpSpPr>
        <a:xfrm>
          <a:off x="0" y="0"/>
          <a:ext cx="0" cy="0"/>
          <a:chOff x="0" y="0"/>
          <a:chExt cx="0" cy="0"/>
        </a:xfrm>
      </p:grpSpPr>
      <p:grpSp>
        <p:nvGrpSpPr>
          <p:cNvPr id="175" name="Google Shape;175;p17"/>
          <p:cNvGrpSpPr/>
          <p:nvPr/>
        </p:nvGrpSpPr>
        <p:grpSpPr>
          <a:xfrm>
            <a:off x="392964" y="576950"/>
            <a:ext cx="8764835" cy="4114800"/>
            <a:chOff x="374175" y="576950"/>
            <a:chExt cx="8783280" cy="4114800"/>
          </a:xfrm>
        </p:grpSpPr>
        <p:cxnSp>
          <p:nvCxnSpPr>
            <p:cNvPr id="176" name="Google Shape;176;p17"/>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77" name="Google Shape;177;p17"/>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78" name="Google Shape;178;p17"/>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79" name="Google Shape;179;p17"/>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0" name="Google Shape;180;p17"/>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1" name="Google Shape;181;p17"/>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2" name="Google Shape;182;p17"/>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3" name="Google Shape;183;p17"/>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4" name="Google Shape;184;p17"/>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cxnSp>
        <p:nvCxnSpPr>
          <p:cNvPr id="185" name="Google Shape;185;p17"/>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186" name="Google Shape;186;p17"/>
          <p:cNvGrpSpPr/>
          <p:nvPr/>
        </p:nvGrpSpPr>
        <p:grpSpPr>
          <a:xfrm>
            <a:off x="114421" y="175123"/>
            <a:ext cx="134104" cy="4750255"/>
            <a:chOff x="114421" y="175123"/>
            <a:chExt cx="134104" cy="4750255"/>
          </a:xfrm>
        </p:grpSpPr>
        <p:grpSp>
          <p:nvGrpSpPr>
            <p:cNvPr id="187" name="Google Shape;187;p17"/>
            <p:cNvGrpSpPr/>
            <p:nvPr/>
          </p:nvGrpSpPr>
          <p:grpSpPr>
            <a:xfrm>
              <a:off x="114421" y="175123"/>
              <a:ext cx="134104" cy="4334807"/>
              <a:chOff x="5432271" y="383100"/>
              <a:chExt cx="137854" cy="4456010"/>
            </a:xfrm>
          </p:grpSpPr>
          <p:grpSp>
            <p:nvGrpSpPr>
              <p:cNvPr id="188" name="Google Shape;188;p17"/>
              <p:cNvGrpSpPr/>
              <p:nvPr/>
            </p:nvGrpSpPr>
            <p:grpSpPr>
              <a:xfrm>
                <a:off x="5432271" y="383100"/>
                <a:ext cx="137854" cy="981668"/>
                <a:chOff x="5432271" y="383100"/>
                <a:chExt cx="137854" cy="981668"/>
              </a:xfrm>
            </p:grpSpPr>
            <p:sp>
              <p:nvSpPr>
                <p:cNvPr id="189" name="Google Shape;189;p17"/>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90" name="Google Shape;190;p17"/>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91" name="Google Shape;191;p17"/>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92" name="Google Shape;192;p17"/>
              <p:cNvGrpSpPr/>
              <p:nvPr/>
            </p:nvGrpSpPr>
            <p:grpSpPr>
              <a:xfrm>
                <a:off x="5432271" y="1678500"/>
                <a:ext cx="137854" cy="981668"/>
                <a:chOff x="5432271" y="383100"/>
                <a:chExt cx="137854" cy="981668"/>
              </a:xfrm>
            </p:grpSpPr>
            <p:sp>
              <p:nvSpPr>
                <p:cNvPr id="193" name="Google Shape;193;p17"/>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94" name="Google Shape;194;p17"/>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95" name="Google Shape;195;p17"/>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96" name="Google Shape;196;p17"/>
              <p:cNvGrpSpPr/>
              <p:nvPr/>
            </p:nvGrpSpPr>
            <p:grpSpPr>
              <a:xfrm>
                <a:off x="5432271" y="2973900"/>
                <a:ext cx="137854" cy="981668"/>
                <a:chOff x="5432271" y="383100"/>
                <a:chExt cx="137854" cy="981668"/>
              </a:xfrm>
            </p:grpSpPr>
            <p:sp>
              <p:nvSpPr>
                <p:cNvPr id="197" name="Google Shape;197;p17"/>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98" name="Google Shape;198;p17"/>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99" name="Google Shape;199;p17"/>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200" name="Google Shape;200;p17"/>
              <p:cNvGrpSpPr/>
              <p:nvPr/>
            </p:nvGrpSpPr>
            <p:grpSpPr>
              <a:xfrm>
                <a:off x="5432271" y="4269300"/>
                <a:ext cx="137854" cy="569810"/>
                <a:chOff x="5432271" y="383100"/>
                <a:chExt cx="137854" cy="569810"/>
              </a:xfrm>
            </p:grpSpPr>
            <p:sp>
              <p:nvSpPr>
                <p:cNvPr id="201" name="Google Shape;201;p17"/>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02" name="Google Shape;202;p17"/>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203" name="Google Shape;203;p17"/>
            <p:cNvSpPr/>
            <p:nvPr/>
          </p:nvSpPr>
          <p:spPr>
            <a:xfrm>
              <a:off x="115150" y="4798178"/>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204" name="Google Shape;204;p17"/>
          <p:cNvSpPr txBox="1"/>
          <p:nvPr>
            <p:ph type="title"/>
          </p:nvPr>
        </p:nvSpPr>
        <p:spPr>
          <a:xfrm>
            <a:off x="513300" y="419950"/>
            <a:ext cx="2641500" cy="1015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None/>
              <a:defRPr b="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205" name="Google Shape;205;p17"/>
          <p:cNvSpPr txBox="1"/>
          <p:nvPr>
            <p:ph idx="1" type="body"/>
          </p:nvPr>
        </p:nvSpPr>
        <p:spPr>
          <a:xfrm>
            <a:off x="3993050" y="2658175"/>
            <a:ext cx="4312800" cy="10119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nSpc>
                <a:spcPct val="100000"/>
              </a:lnSpc>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206" name="Google Shape;206;p17"/>
          <p:cNvSpPr txBox="1"/>
          <p:nvPr>
            <p:ph idx="2" type="body"/>
          </p:nvPr>
        </p:nvSpPr>
        <p:spPr>
          <a:xfrm>
            <a:off x="3993050" y="3668450"/>
            <a:ext cx="4312800" cy="10119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nSpc>
                <a:spcPct val="100000"/>
              </a:lnSpc>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207" name="Google Shape;207;p17"/>
          <p:cNvSpPr txBox="1"/>
          <p:nvPr>
            <p:ph idx="3" type="body"/>
          </p:nvPr>
        </p:nvSpPr>
        <p:spPr>
          <a:xfrm>
            <a:off x="3993050" y="1644550"/>
            <a:ext cx="4312800" cy="10119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nSpc>
                <a:spcPct val="100000"/>
              </a:lnSpc>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208" name="Google Shape;208;p17"/>
          <p:cNvSpPr txBox="1"/>
          <p:nvPr>
            <p:ph idx="4" type="title"/>
          </p:nvPr>
        </p:nvSpPr>
        <p:spPr>
          <a:xfrm>
            <a:off x="1075800" y="2925625"/>
            <a:ext cx="29172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900"/>
              <a:buNone/>
              <a:defRPr b="0" sz="1900"/>
            </a:lvl1pPr>
            <a:lvl2pPr lvl="1">
              <a:lnSpc>
                <a:spcPct val="100000"/>
              </a:lnSpc>
              <a:spcBef>
                <a:spcPts val="0"/>
              </a:spcBef>
              <a:spcAft>
                <a:spcPts val="0"/>
              </a:spcAft>
              <a:buClr>
                <a:schemeClr val="lt1"/>
              </a:buClr>
              <a:buSzPts val="1900"/>
              <a:buNone/>
              <a:defRPr sz="1900"/>
            </a:lvl2pPr>
            <a:lvl3pPr lvl="2">
              <a:lnSpc>
                <a:spcPct val="100000"/>
              </a:lnSpc>
              <a:spcBef>
                <a:spcPts val="0"/>
              </a:spcBef>
              <a:spcAft>
                <a:spcPts val="0"/>
              </a:spcAft>
              <a:buClr>
                <a:schemeClr val="lt1"/>
              </a:buClr>
              <a:buSzPts val="1900"/>
              <a:buNone/>
              <a:defRPr sz="1900"/>
            </a:lvl3pPr>
            <a:lvl4pPr lvl="3">
              <a:lnSpc>
                <a:spcPct val="100000"/>
              </a:lnSpc>
              <a:spcBef>
                <a:spcPts val="0"/>
              </a:spcBef>
              <a:spcAft>
                <a:spcPts val="0"/>
              </a:spcAft>
              <a:buClr>
                <a:schemeClr val="lt1"/>
              </a:buClr>
              <a:buSzPts val="1900"/>
              <a:buNone/>
              <a:defRPr sz="1900"/>
            </a:lvl4pPr>
            <a:lvl5pPr lvl="4">
              <a:lnSpc>
                <a:spcPct val="100000"/>
              </a:lnSpc>
              <a:spcBef>
                <a:spcPts val="0"/>
              </a:spcBef>
              <a:spcAft>
                <a:spcPts val="0"/>
              </a:spcAft>
              <a:buClr>
                <a:schemeClr val="lt1"/>
              </a:buClr>
              <a:buSzPts val="1900"/>
              <a:buNone/>
              <a:defRPr sz="1900"/>
            </a:lvl5pPr>
            <a:lvl6pPr lvl="5">
              <a:lnSpc>
                <a:spcPct val="100000"/>
              </a:lnSpc>
              <a:spcBef>
                <a:spcPts val="0"/>
              </a:spcBef>
              <a:spcAft>
                <a:spcPts val="0"/>
              </a:spcAft>
              <a:buClr>
                <a:schemeClr val="lt1"/>
              </a:buClr>
              <a:buSzPts val="1900"/>
              <a:buNone/>
              <a:defRPr sz="1900"/>
            </a:lvl6pPr>
            <a:lvl7pPr lvl="6">
              <a:lnSpc>
                <a:spcPct val="100000"/>
              </a:lnSpc>
              <a:spcBef>
                <a:spcPts val="0"/>
              </a:spcBef>
              <a:spcAft>
                <a:spcPts val="0"/>
              </a:spcAft>
              <a:buClr>
                <a:schemeClr val="lt1"/>
              </a:buClr>
              <a:buSzPts val="1900"/>
              <a:buNone/>
              <a:defRPr sz="1900"/>
            </a:lvl7pPr>
            <a:lvl8pPr lvl="7">
              <a:lnSpc>
                <a:spcPct val="100000"/>
              </a:lnSpc>
              <a:spcBef>
                <a:spcPts val="0"/>
              </a:spcBef>
              <a:spcAft>
                <a:spcPts val="0"/>
              </a:spcAft>
              <a:buClr>
                <a:schemeClr val="lt1"/>
              </a:buClr>
              <a:buSzPts val="1900"/>
              <a:buNone/>
              <a:defRPr sz="1900"/>
            </a:lvl8pPr>
            <a:lvl9pPr lvl="8">
              <a:lnSpc>
                <a:spcPct val="100000"/>
              </a:lnSpc>
              <a:spcBef>
                <a:spcPts val="0"/>
              </a:spcBef>
              <a:spcAft>
                <a:spcPts val="0"/>
              </a:spcAft>
              <a:buClr>
                <a:schemeClr val="lt1"/>
              </a:buClr>
              <a:buSzPts val="1900"/>
              <a:buNone/>
              <a:defRPr sz="1900"/>
            </a:lvl9pPr>
          </a:lstStyle>
          <a:p/>
        </p:txBody>
      </p:sp>
      <p:sp>
        <p:nvSpPr>
          <p:cNvPr id="209" name="Google Shape;209;p17"/>
          <p:cNvSpPr txBox="1"/>
          <p:nvPr>
            <p:ph idx="5" type="title"/>
          </p:nvPr>
        </p:nvSpPr>
        <p:spPr>
          <a:xfrm>
            <a:off x="1075800" y="3935900"/>
            <a:ext cx="29172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900"/>
              <a:buNone/>
              <a:defRPr b="0" sz="1900"/>
            </a:lvl1pPr>
            <a:lvl2pPr lvl="1">
              <a:lnSpc>
                <a:spcPct val="100000"/>
              </a:lnSpc>
              <a:spcBef>
                <a:spcPts val="0"/>
              </a:spcBef>
              <a:spcAft>
                <a:spcPts val="0"/>
              </a:spcAft>
              <a:buClr>
                <a:schemeClr val="lt1"/>
              </a:buClr>
              <a:buSzPts val="1900"/>
              <a:buNone/>
              <a:defRPr sz="1900"/>
            </a:lvl2pPr>
            <a:lvl3pPr lvl="2">
              <a:lnSpc>
                <a:spcPct val="100000"/>
              </a:lnSpc>
              <a:spcBef>
                <a:spcPts val="0"/>
              </a:spcBef>
              <a:spcAft>
                <a:spcPts val="0"/>
              </a:spcAft>
              <a:buClr>
                <a:schemeClr val="lt1"/>
              </a:buClr>
              <a:buSzPts val="1900"/>
              <a:buNone/>
              <a:defRPr sz="1900"/>
            </a:lvl3pPr>
            <a:lvl4pPr lvl="3">
              <a:lnSpc>
                <a:spcPct val="100000"/>
              </a:lnSpc>
              <a:spcBef>
                <a:spcPts val="0"/>
              </a:spcBef>
              <a:spcAft>
                <a:spcPts val="0"/>
              </a:spcAft>
              <a:buClr>
                <a:schemeClr val="lt1"/>
              </a:buClr>
              <a:buSzPts val="1900"/>
              <a:buNone/>
              <a:defRPr sz="1900"/>
            </a:lvl4pPr>
            <a:lvl5pPr lvl="4">
              <a:lnSpc>
                <a:spcPct val="100000"/>
              </a:lnSpc>
              <a:spcBef>
                <a:spcPts val="0"/>
              </a:spcBef>
              <a:spcAft>
                <a:spcPts val="0"/>
              </a:spcAft>
              <a:buClr>
                <a:schemeClr val="lt1"/>
              </a:buClr>
              <a:buSzPts val="1900"/>
              <a:buNone/>
              <a:defRPr sz="1900"/>
            </a:lvl5pPr>
            <a:lvl6pPr lvl="5">
              <a:lnSpc>
                <a:spcPct val="100000"/>
              </a:lnSpc>
              <a:spcBef>
                <a:spcPts val="0"/>
              </a:spcBef>
              <a:spcAft>
                <a:spcPts val="0"/>
              </a:spcAft>
              <a:buClr>
                <a:schemeClr val="lt1"/>
              </a:buClr>
              <a:buSzPts val="1900"/>
              <a:buNone/>
              <a:defRPr sz="1900"/>
            </a:lvl6pPr>
            <a:lvl7pPr lvl="6">
              <a:lnSpc>
                <a:spcPct val="100000"/>
              </a:lnSpc>
              <a:spcBef>
                <a:spcPts val="0"/>
              </a:spcBef>
              <a:spcAft>
                <a:spcPts val="0"/>
              </a:spcAft>
              <a:buClr>
                <a:schemeClr val="lt1"/>
              </a:buClr>
              <a:buSzPts val="1900"/>
              <a:buNone/>
              <a:defRPr sz="1900"/>
            </a:lvl7pPr>
            <a:lvl8pPr lvl="7">
              <a:lnSpc>
                <a:spcPct val="100000"/>
              </a:lnSpc>
              <a:spcBef>
                <a:spcPts val="0"/>
              </a:spcBef>
              <a:spcAft>
                <a:spcPts val="0"/>
              </a:spcAft>
              <a:buClr>
                <a:schemeClr val="lt1"/>
              </a:buClr>
              <a:buSzPts val="1900"/>
              <a:buNone/>
              <a:defRPr sz="1900"/>
            </a:lvl8pPr>
            <a:lvl9pPr lvl="8">
              <a:lnSpc>
                <a:spcPct val="100000"/>
              </a:lnSpc>
              <a:spcBef>
                <a:spcPts val="0"/>
              </a:spcBef>
              <a:spcAft>
                <a:spcPts val="0"/>
              </a:spcAft>
              <a:buClr>
                <a:schemeClr val="lt1"/>
              </a:buClr>
              <a:buSzPts val="1900"/>
              <a:buNone/>
              <a:defRPr sz="1900"/>
            </a:lvl9pPr>
          </a:lstStyle>
          <a:p/>
        </p:txBody>
      </p:sp>
      <p:sp>
        <p:nvSpPr>
          <p:cNvPr id="210" name="Google Shape;210;p17"/>
          <p:cNvSpPr txBox="1"/>
          <p:nvPr>
            <p:ph idx="6" type="title"/>
          </p:nvPr>
        </p:nvSpPr>
        <p:spPr>
          <a:xfrm>
            <a:off x="1075800" y="1912000"/>
            <a:ext cx="29172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900"/>
              <a:buNone/>
              <a:defRPr b="0" sz="1900"/>
            </a:lvl1pPr>
            <a:lvl2pPr lvl="1">
              <a:lnSpc>
                <a:spcPct val="100000"/>
              </a:lnSpc>
              <a:spcBef>
                <a:spcPts val="0"/>
              </a:spcBef>
              <a:spcAft>
                <a:spcPts val="0"/>
              </a:spcAft>
              <a:buClr>
                <a:schemeClr val="lt1"/>
              </a:buClr>
              <a:buSzPts val="1900"/>
              <a:buNone/>
              <a:defRPr sz="1900"/>
            </a:lvl2pPr>
            <a:lvl3pPr lvl="2">
              <a:lnSpc>
                <a:spcPct val="100000"/>
              </a:lnSpc>
              <a:spcBef>
                <a:spcPts val="0"/>
              </a:spcBef>
              <a:spcAft>
                <a:spcPts val="0"/>
              </a:spcAft>
              <a:buClr>
                <a:schemeClr val="lt1"/>
              </a:buClr>
              <a:buSzPts val="1900"/>
              <a:buNone/>
              <a:defRPr sz="1900"/>
            </a:lvl3pPr>
            <a:lvl4pPr lvl="3">
              <a:lnSpc>
                <a:spcPct val="100000"/>
              </a:lnSpc>
              <a:spcBef>
                <a:spcPts val="0"/>
              </a:spcBef>
              <a:spcAft>
                <a:spcPts val="0"/>
              </a:spcAft>
              <a:buClr>
                <a:schemeClr val="lt1"/>
              </a:buClr>
              <a:buSzPts val="1900"/>
              <a:buNone/>
              <a:defRPr sz="1900"/>
            </a:lvl4pPr>
            <a:lvl5pPr lvl="4">
              <a:lnSpc>
                <a:spcPct val="100000"/>
              </a:lnSpc>
              <a:spcBef>
                <a:spcPts val="0"/>
              </a:spcBef>
              <a:spcAft>
                <a:spcPts val="0"/>
              </a:spcAft>
              <a:buClr>
                <a:schemeClr val="lt1"/>
              </a:buClr>
              <a:buSzPts val="1900"/>
              <a:buNone/>
              <a:defRPr sz="1900"/>
            </a:lvl5pPr>
            <a:lvl6pPr lvl="5">
              <a:lnSpc>
                <a:spcPct val="100000"/>
              </a:lnSpc>
              <a:spcBef>
                <a:spcPts val="0"/>
              </a:spcBef>
              <a:spcAft>
                <a:spcPts val="0"/>
              </a:spcAft>
              <a:buClr>
                <a:schemeClr val="lt1"/>
              </a:buClr>
              <a:buSzPts val="1900"/>
              <a:buNone/>
              <a:defRPr sz="1900"/>
            </a:lvl6pPr>
            <a:lvl7pPr lvl="6">
              <a:lnSpc>
                <a:spcPct val="100000"/>
              </a:lnSpc>
              <a:spcBef>
                <a:spcPts val="0"/>
              </a:spcBef>
              <a:spcAft>
                <a:spcPts val="0"/>
              </a:spcAft>
              <a:buClr>
                <a:schemeClr val="lt1"/>
              </a:buClr>
              <a:buSzPts val="1900"/>
              <a:buNone/>
              <a:defRPr sz="1900"/>
            </a:lvl7pPr>
            <a:lvl8pPr lvl="7">
              <a:lnSpc>
                <a:spcPct val="100000"/>
              </a:lnSpc>
              <a:spcBef>
                <a:spcPts val="0"/>
              </a:spcBef>
              <a:spcAft>
                <a:spcPts val="0"/>
              </a:spcAft>
              <a:buClr>
                <a:schemeClr val="lt1"/>
              </a:buClr>
              <a:buSzPts val="1900"/>
              <a:buNone/>
              <a:defRPr sz="1900"/>
            </a:lvl8pPr>
            <a:lvl9pPr lvl="8">
              <a:lnSpc>
                <a:spcPct val="100000"/>
              </a:lnSpc>
              <a:spcBef>
                <a:spcPts val="0"/>
              </a:spcBef>
              <a:spcAft>
                <a:spcPts val="0"/>
              </a:spcAft>
              <a:buClr>
                <a:schemeClr val="lt1"/>
              </a:buClr>
              <a:buSzPts val="1900"/>
              <a:buNone/>
              <a:defRPr sz="1900"/>
            </a:lvl9pPr>
          </a:lstStyle>
          <a:p/>
        </p:txBody>
      </p:sp>
      <p:sp>
        <p:nvSpPr>
          <p:cNvPr id="211" name="Google Shape;211;p17"/>
          <p:cNvSpPr txBox="1"/>
          <p:nvPr>
            <p:ph idx="7" type="title"/>
          </p:nvPr>
        </p:nvSpPr>
        <p:spPr>
          <a:xfrm>
            <a:off x="543400" y="1912000"/>
            <a:ext cx="472800" cy="477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800"/>
              <a:buFont typeface="Manrope Medium"/>
              <a:buNone/>
              <a:defRPr b="0" sz="1800">
                <a:latin typeface="Manrope Medium"/>
                <a:ea typeface="Manrope Medium"/>
                <a:cs typeface="Manrope Medium"/>
                <a:sym typeface="Manrope Medium"/>
              </a:defRPr>
            </a:lvl1pPr>
            <a:lvl2pPr lvl="1">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2pPr>
            <a:lvl3pPr lvl="2">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3pPr>
            <a:lvl4pPr lvl="3">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4pPr>
            <a:lvl5pPr lvl="4">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5pPr>
            <a:lvl6pPr lvl="5">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6pPr>
            <a:lvl7pPr lvl="6">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7pPr>
            <a:lvl8pPr lvl="7">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8pPr>
            <a:lvl9pPr lvl="8">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9pPr>
          </a:lstStyle>
          <a:p/>
        </p:txBody>
      </p:sp>
      <p:sp>
        <p:nvSpPr>
          <p:cNvPr id="212" name="Google Shape;212;p17"/>
          <p:cNvSpPr txBox="1"/>
          <p:nvPr>
            <p:ph idx="8" type="title"/>
          </p:nvPr>
        </p:nvSpPr>
        <p:spPr>
          <a:xfrm>
            <a:off x="543400" y="2925625"/>
            <a:ext cx="472800" cy="477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800"/>
              <a:buFont typeface="Manrope Medium"/>
              <a:buNone/>
              <a:defRPr b="0" sz="1800">
                <a:latin typeface="Manrope Medium"/>
                <a:ea typeface="Manrope Medium"/>
                <a:cs typeface="Manrope Medium"/>
                <a:sym typeface="Manrope Medium"/>
              </a:defRPr>
            </a:lvl1pPr>
            <a:lvl2pPr lvl="1">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2pPr>
            <a:lvl3pPr lvl="2">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3pPr>
            <a:lvl4pPr lvl="3">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4pPr>
            <a:lvl5pPr lvl="4">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5pPr>
            <a:lvl6pPr lvl="5">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6pPr>
            <a:lvl7pPr lvl="6">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7pPr>
            <a:lvl8pPr lvl="7">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8pPr>
            <a:lvl9pPr lvl="8">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9pPr>
          </a:lstStyle>
          <a:p/>
        </p:txBody>
      </p:sp>
      <p:sp>
        <p:nvSpPr>
          <p:cNvPr id="213" name="Google Shape;213;p17"/>
          <p:cNvSpPr txBox="1"/>
          <p:nvPr>
            <p:ph idx="9" type="title"/>
          </p:nvPr>
        </p:nvSpPr>
        <p:spPr>
          <a:xfrm>
            <a:off x="543400" y="3935900"/>
            <a:ext cx="472800" cy="477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800"/>
              <a:buFont typeface="Manrope Medium"/>
              <a:buNone/>
              <a:defRPr b="0" sz="1800">
                <a:latin typeface="Manrope Medium"/>
                <a:ea typeface="Manrope Medium"/>
                <a:cs typeface="Manrope Medium"/>
                <a:sym typeface="Manrope Medium"/>
              </a:defRPr>
            </a:lvl1pPr>
            <a:lvl2pPr lvl="1">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2pPr>
            <a:lvl3pPr lvl="2">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3pPr>
            <a:lvl4pPr lvl="3">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4pPr>
            <a:lvl5pPr lvl="4">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5pPr>
            <a:lvl6pPr lvl="5">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6pPr>
            <a:lvl7pPr lvl="6">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7pPr>
            <a:lvl8pPr lvl="7">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8pPr>
            <a:lvl9pPr lvl="8">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1_1_1_3_1">
    <p:bg>
      <p:bgPr>
        <a:solidFill>
          <a:schemeClr val="lt1"/>
        </a:solidFill>
      </p:bgPr>
    </p:bg>
    <p:spTree>
      <p:nvGrpSpPr>
        <p:cNvPr id="214" name="Shape 214"/>
        <p:cNvGrpSpPr/>
        <p:nvPr/>
      </p:nvGrpSpPr>
      <p:grpSpPr>
        <a:xfrm>
          <a:off x="0" y="0"/>
          <a:ext cx="0" cy="0"/>
          <a:chOff x="0" y="0"/>
          <a:chExt cx="0" cy="0"/>
        </a:xfrm>
      </p:grpSpPr>
      <p:sp>
        <p:nvSpPr>
          <p:cNvPr id="215" name="Google Shape;215;p18"/>
          <p:cNvSpPr txBox="1"/>
          <p:nvPr>
            <p:ph type="title"/>
          </p:nvPr>
        </p:nvSpPr>
        <p:spPr>
          <a:xfrm rot="276584">
            <a:off x="5845454" y="1487909"/>
            <a:ext cx="2123971" cy="496007"/>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b="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6" name="Google Shape;216;p18"/>
          <p:cNvSpPr txBox="1"/>
          <p:nvPr>
            <p:ph idx="1" type="body"/>
          </p:nvPr>
        </p:nvSpPr>
        <p:spPr>
          <a:xfrm rot="274997">
            <a:off x="5798057" y="2041282"/>
            <a:ext cx="2121183" cy="603735"/>
          </a:xfrm>
          <a:prstGeom prst="rect">
            <a:avLst/>
          </a:prstGeom>
        </p:spPr>
        <p:txBody>
          <a:bodyPr anchorCtr="0" anchor="t" bIns="0" lIns="91425" spcFirstLastPara="1" rIns="91425" wrap="square" tIns="0">
            <a:norm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217" name="Google Shape;217;p18"/>
          <p:cNvSpPr txBox="1"/>
          <p:nvPr>
            <p:ph idx="2" type="title"/>
          </p:nvPr>
        </p:nvSpPr>
        <p:spPr>
          <a:xfrm rot="-689737">
            <a:off x="3250012" y="1354783"/>
            <a:ext cx="2124008" cy="495921"/>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b="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8" name="Google Shape;218;p18"/>
          <p:cNvSpPr txBox="1"/>
          <p:nvPr>
            <p:ph idx="3" type="body"/>
          </p:nvPr>
        </p:nvSpPr>
        <p:spPr>
          <a:xfrm rot="-691086">
            <a:off x="3372841" y="1897943"/>
            <a:ext cx="2121422" cy="603767"/>
          </a:xfrm>
          <a:prstGeom prst="rect">
            <a:avLst/>
          </a:prstGeom>
        </p:spPr>
        <p:txBody>
          <a:bodyPr anchorCtr="0" anchor="t" bIns="0" lIns="91425" spcFirstLastPara="1" rIns="91425" wrap="square" tIns="0">
            <a:norm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219" name="Google Shape;219;p18"/>
          <p:cNvSpPr txBox="1"/>
          <p:nvPr>
            <p:ph idx="4" type="title"/>
          </p:nvPr>
        </p:nvSpPr>
        <p:spPr>
          <a:xfrm>
            <a:off x="508875" y="1801500"/>
            <a:ext cx="2645400" cy="16944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accent6"/>
              </a:buClr>
              <a:buSzPts val="6400"/>
              <a:buNone/>
              <a:defRPr b="0" sz="6000">
                <a:solidFill>
                  <a:schemeClr val="accent6"/>
                </a:solidFill>
              </a:defRPr>
            </a:lvl1pPr>
            <a:lvl2pPr lvl="1">
              <a:spcBef>
                <a:spcPts val="0"/>
              </a:spcBef>
              <a:spcAft>
                <a:spcPts val="0"/>
              </a:spcAft>
              <a:buClr>
                <a:schemeClr val="accent6"/>
              </a:buClr>
              <a:buSzPts val="1400"/>
              <a:buNone/>
              <a:defRPr>
                <a:solidFill>
                  <a:schemeClr val="accent6"/>
                </a:solidFill>
              </a:defRPr>
            </a:lvl2pPr>
            <a:lvl3pPr lvl="2">
              <a:spcBef>
                <a:spcPts val="0"/>
              </a:spcBef>
              <a:spcAft>
                <a:spcPts val="0"/>
              </a:spcAft>
              <a:buClr>
                <a:schemeClr val="accent6"/>
              </a:buClr>
              <a:buSzPts val="1400"/>
              <a:buNone/>
              <a:defRPr>
                <a:solidFill>
                  <a:schemeClr val="accent6"/>
                </a:solidFill>
              </a:defRPr>
            </a:lvl3pPr>
            <a:lvl4pPr lvl="3">
              <a:spcBef>
                <a:spcPts val="0"/>
              </a:spcBef>
              <a:spcAft>
                <a:spcPts val="0"/>
              </a:spcAft>
              <a:buClr>
                <a:schemeClr val="accent6"/>
              </a:buClr>
              <a:buSzPts val="1400"/>
              <a:buNone/>
              <a:defRPr>
                <a:solidFill>
                  <a:schemeClr val="accent6"/>
                </a:solidFill>
              </a:defRPr>
            </a:lvl4pPr>
            <a:lvl5pPr lvl="4">
              <a:spcBef>
                <a:spcPts val="0"/>
              </a:spcBef>
              <a:spcAft>
                <a:spcPts val="0"/>
              </a:spcAft>
              <a:buClr>
                <a:schemeClr val="accent6"/>
              </a:buClr>
              <a:buSzPts val="1400"/>
              <a:buNone/>
              <a:defRPr>
                <a:solidFill>
                  <a:schemeClr val="accent6"/>
                </a:solidFill>
              </a:defRPr>
            </a:lvl5pPr>
            <a:lvl6pPr lvl="5">
              <a:spcBef>
                <a:spcPts val="0"/>
              </a:spcBef>
              <a:spcAft>
                <a:spcPts val="0"/>
              </a:spcAft>
              <a:buClr>
                <a:schemeClr val="accent6"/>
              </a:buClr>
              <a:buSzPts val="1400"/>
              <a:buNone/>
              <a:defRPr>
                <a:solidFill>
                  <a:schemeClr val="accent6"/>
                </a:solidFill>
              </a:defRPr>
            </a:lvl6pPr>
            <a:lvl7pPr lvl="6">
              <a:spcBef>
                <a:spcPts val="0"/>
              </a:spcBef>
              <a:spcAft>
                <a:spcPts val="0"/>
              </a:spcAft>
              <a:buClr>
                <a:schemeClr val="accent6"/>
              </a:buClr>
              <a:buSzPts val="1400"/>
              <a:buNone/>
              <a:defRPr>
                <a:solidFill>
                  <a:schemeClr val="accent6"/>
                </a:solidFill>
              </a:defRPr>
            </a:lvl7pPr>
            <a:lvl8pPr lvl="7">
              <a:spcBef>
                <a:spcPts val="0"/>
              </a:spcBef>
              <a:spcAft>
                <a:spcPts val="0"/>
              </a:spcAft>
              <a:buClr>
                <a:schemeClr val="accent6"/>
              </a:buClr>
              <a:buSzPts val="1400"/>
              <a:buNone/>
              <a:defRPr>
                <a:solidFill>
                  <a:schemeClr val="accent6"/>
                </a:solidFill>
              </a:defRPr>
            </a:lvl8pPr>
            <a:lvl9pPr lvl="8">
              <a:spcBef>
                <a:spcPts val="0"/>
              </a:spcBef>
              <a:spcAft>
                <a:spcPts val="0"/>
              </a:spcAft>
              <a:buClr>
                <a:schemeClr val="accent6"/>
              </a:buClr>
              <a:buSzPts val="1400"/>
              <a:buNone/>
              <a:defRPr>
                <a:solidFill>
                  <a:schemeClr val="accent6"/>
                </a:solidFill>
              </a:defRPr>
            </a:lvl9pPr>
          </a:lstStyle>
          <a:p/>
        </p:txBody>
      </p:sp>
      <p:sp>
        <p:nvSpPr>
          <p:cNvPr id="220" name="Google Shape;220;p18"/>
          <p:cNvSpPr/>
          <p:nvPr/>
        </p:nvSpPr>
        <p:spPr>
          <a:xfrm>
            <a:off x="8352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21" name="Google Shape;221;p18"/>
          <p:cNvSpPr/>
          <p:nvPr/>
        </p:nvSpPr>
        <p:spPr>
          <a:xfrm>
            <a:off x="32736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22" name="Google Shape;222;p18"/>
          <p:cNvSpPr/>
          <p:nvPr/>
        </p:nvSpPr>
        <p:spPr>
          <a:xfrm>
            <a:off x="57120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23" name="Google Shape;223;p18"/>
          <p:cNvSpPr/>
          <p:nvPr/>
        </p:nvSpPr>
        <p:spPr>
          <a:xfrm>
            <a:off x="81504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cxnSp>
        <p:nvCxnSpPr>
          <p:cNvPr id="224" name="Google Shape;224;p18"/>
          <p:cNvCxnSpPr/>
          <p:nvPr/>
        </p:nvCxnSpPr>
        <p:spPr>
          <a:xfrm>
            <a:off x="0" y="457191"/>
            <a:ext cx="9140400" cy="0"/>
          </a:xfrm>
          <a:prstGeom prst="straightConnector1">
            <a:avLst/>
          </a:prstGeom>
          <a:noFill/>
          <a:ln cap="flat" cmpd="sng" w="9525">
            <a:solidFill>
              <a:schemeClr val="accent4"/>
            </a:solidFill>
            <a:prstDash val="solid"/>
            <a:round/>
            <a:headEnd len="sm" w="sm" type="none"/>
            <a:tailEnd len="sm" w="sm" type="none"/>
          </a:ln>
        </p:spPr>
      </p:cxnSp>
      <p:cxnSp>
        <p:nvCxnSpPr>
          <p:cNvPr id="225" name="Google Shape;225;p18"/>
          <p:cNvCxnSpPr/>
          <p:nvPr/>
        </p:nvCxnSpPr>
        <p:spPr>
          <a:xfrm>
            <a:off x="0" y="524791"/>
            <a:ext cx="9140400" cy="0"/>
          </a:xfrm>
          <a:prstGeom prst="straightConnector1">
            <a:avLst/>
          </a:prstGeom>
          <a:noFill/>
          <a:ln cap="flat" cmpd="sng" w="9525">
            <a:solidFill>
              <a:schemeClr val="accent4"/>
            </a:solidFill>
            <a:prstDash val="solid"/>
            <a:round/>
            <a:headEnd len="sm" w="sm" type="none"/>
            <a:tailEnd len="sm" w="sm" type="none"/>
          </a:ln>
        </p:spPr>
      </p:cxnSp>
      <p:sp>
        <p:nvSpPr>
          <p:cNvPr id="226" name="Google Shape;226;p18"/>
          <p:cNvSpPr txBox="1"/>
          <p:nvPr>
            <p:ph idx="5" type="title"/>
          </p:nvPr>
        </p:nvSpPr>
        <p:spPr>
          <a:xfrm rot="486">
            <a:off x="4078754" y="2803718"/>
            <a:ext cx="2124000" cy="4959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b="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7" name="Google Shape;227;p18"/>
          <p:cNvSpPr txBox="1"/>
          <p:nvPr>
            <p:ph idx="6" type="body"/>
          </p:nvPr>
        </p:nvSpPr>
        <p:spPr>
          <a:xfrm rot="-972">
            <a:off x="4080134" y="3359087"/>
            <a:ext cx="2121300" cy="603600"/>
          </a:xfrm>
          <a:prstGeom prst="rect">
            <a:avLst/>
          </a:prstGeom>
        </p:spPr>
        <p:txBody>
          <a:bodyPr anchorCtr="0" anchor="t" bIns="0" lIns="91425" spcFirstLastPara="1" rIns="91425" wrap="square" tIns="0">
            <a:norm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p:cSld name="CUSTOM_1_1">
    <p:spTree>
      <p:nvGrpSpPr>
        <p:cNvPr id="228" name="Shape 228"/>
        <p:cNvGrpSpPr/>
        <p:nvPr/>
      </p:nvGrpSpPr>
      <p:grpSpPr>
        <a:xfrm>
          <a:off x="0" y="0"/>
          <a:ext cx="0" cy="0"/>
          <a:chOff x="0" y="0"/>
          <a:chExt cx="0" cy="0"/>
        </a:xfrm>
      </p:grpSpPr>
      <p:grpSp>
        <p:nvGrpSpPr>
          <p:cNvPr id="229" name="Google Shape;229;p19"/>
          <p:cNvGrpSpPr/>
          <p:nvPr/>
        </p:nvGrpSpPr>
        <p:grpSpPr>
          <a:xfrm>
            <a:off x="392964" y="576950"/>
            <a:ext cx="8764835" cy="4114800"/>
            <a:chOff x="374175" y="576950"/>
            <a:chExt cx="8783280" cy="4114800"/>
          </a:xfrm>
        </p:grpSpPr>
        <p:cxnSp>
          <p:nvCxnSpPr>
            <p:cNvPr id="230" name="Google Shape;230;p19"/>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31" name="Google Shape;231;p19"/>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32" name="Google Shape;232;p19"/>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33" name="Google Shape;233;p19"/>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34" name="Google Shape;234;p19"/>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35" name="Google Shape;235;p19"/>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36" name="Google Shape;236;p19"/>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37" name="Google Shape;237;p19"/>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38" name="Google Shape;238;p19"/>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cxnSp>
        <p:nvCxnSpPr>
          <p:cNvPr id="239" name="Google Shape;239;p19"/>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240" name="Google Shape;240;p19"/>
          <p:cNvGrpSpPr/>
          <p:nvPr/>
        </p:nvGrpSpPr>
        <p:grpSpPr>
          <a:xfrm>
            <a:off x="114406" y="175123"/>
            <a:ext cx="134104" cy="4750255"/>
            <a:chOff x="114406" y="175123"/>
            <a:chExt cx="134104" cy="4750255"/>
          </a:xfrm>
        </p:grpSpPr>
        <p:grpSp>
          <p:nvGrpSpPr>
            <p:cNvPr id="241" name="Google Shape;241;p19"/>
            <p:cNvGrpSpPr/>
            <p:nvPr/>
          </p:nvGrpSpPr>
          <p:grpSpPr>
            <a:xfrm>
              <a:off x="114406" y="175123"/>
              <a:ext cx="134104" cy="4334807"/>
              <a:chOff x="5432271" y="383100"/>
              <a:chExt cx="137854" cy="4456010"/>
            </a:xfrm>
          </p:grpSpPr>
          <p:grpSp>
            <p:nvGrpSpPr>
              <p:cNvPr id="242" name="Google Shape;242;p19"/>
              <p:cNvGrpSpPr/>
              <p:nvPr/>
            </p:nvGrpSpPr>
            <p:grpSpPr>
              <a:xfrm>
                <a:off x="5432271" y="383100"/>
                <a:ext cx="137854" cy="981668"/>
                <a:chOff x="5432271" y="383100"/>
                <a:chExt cx="137854" cy="981668"/>
              </a:xfrm>
            </p:grpSpPr>
            <p:sp>
              <p:nvSpPr>
                <p:cNvPr id="243" name="Google Shape;243;p19"/>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44" name="Google Shape;244;p19"/>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45" name="Google Shape;245;p19"/>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246" name="Google Shape;246;p19"/>
              <p:cNvGrpSpPr/>
              <p:nvPr/>
            </p:nvGrpSpPr>
            <p:grpSpPr>
              <a:xfrm>
                <a:off x="5432271" y="1678500"/>
                <a:ext cx="137854" cy="981668"/>
                <a:chOff x="5432271" y="383100"/>
                <a:chExt cx="137854" cy="981668"/>
              </a:xfrm>
            </p:grpSpPr>
            <p:sp>
              <p:nvSpPr>
                <p:cNvPr id="247" name="Google Shape;247;p19"/>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48" name="Google Shape;248;p19"/>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49" name="Google Shape;249;p19"/>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250" name="Google Shape;250;p19"/>
              <p:cNvGrpSpPr/>
              <p:nvPr/>
            </p:nvGrpSpPr>
            <p:grpSpPr>
              <a:xfrm>
                <a:off x="5432271" y="2973900"/>
                <a:ext cx="137854" cy="981668"/>
                <a:chOff x="5432271" y="383100"/>
                <a:chExt cx="137854" cy="981668"/>
              </a:xfrm>
            </p:grpSpPr>
            <p:sp>
              <p:nvSpPr>
                <p:cNvPr id="251" name="Google Shape;251;p19"/>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52" name="Google Shape;252;p19"/>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53" name="Google Shape;253;p19"/>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254" name="Google Shape;254;p19"/>
              <p:cNvGrpSpPr/>
              <p:nvPr/>
            </p:nvGrpSpPr>
            <p:grpSpPr>
              <a:xfrm>
                <a:off x="5432271" y="4269300"/>
                <a:ext cx="137854" cy="569810"/>
                <a:chOff x="5432271" y="383100"/>
                <a:chExt cx="137854" cy="569810"/>
              </a:xfrm>
            </p:grpSpPr>
            <p:sp>
              <p:nvSpPr>
                <p:cNvPr id="255" name="Google Shape;255;p19"/>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56" name="Google Shape;256;p19"/>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257" name="Google Shape;257;p19"/>
            <p:cNvSpPr/>
            <p:nvPr/>
          </p:nvSpPr>
          <p:spPr>
            <a:xfrm>
              <a:off x="115150" y="4798178"/>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258" name="Google Shape;258;p19"/>
          <p:cNvSpPr txBox="1"/>
          <p:nvPr>
            <p:ph type="title"/>
          </p:nvPr>
        </p:nvSpPr>
        <p:spPr>
          <a:xfrm>
            <a:off x="871325" y="720750"/>
            <a:ext cx="2300400" cy="521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900"/>
              <a:buNone/>
              <a:defRPr b="0" sz="1900"/>
            </a:lvl1pPr>
            <a:lvl2pPr lvl="1" algn="ctr">
              <a:spcBef>
                <a:spcPts val="0"/>
              </a:spcBef>
              <a:spcAft>
                <a:spcPts val="0"/>
              </a:spcAft>
              <a:buClr>
                <a:schemeClr val="lt1"/>
              </a:buClr>
              <a:buSzPts val="1900"/>
              <a:buNone/>
              <a:defRPr sz="1900"/>
            </a:lvl2pPr>
            <a:lvl3pPr lvl="2" algn="ctr">
              <a:spcBef>
                <a:spcPts val="0"/>
              </a:spcBef>
              <a:spcAft>
                <a:spcPts val="0"/>
              </a:spcAft>
              <a:buClr>
                <a:schemeClr val="lt1"/>
              </a:buClr>
              <a:buSzPts val="1900"/>
              <a:buNone/>
              <a:defRPr sz="1900"/>
            </a:lvl3pPr>
            <a:lvl4pPr lvl="3" algn="ctr">
              <a:spcBef>
                <a:spcPts val="0"/>
              </a:spcBef>
              <a:spcAft>
                <a:spcPts val="0"/>
              </a:spcAft>
              <a:buClr>
                <a:schemeClr val="lt1"/>
              </a:buClr>
              <a:buSzPts val="1900"/>
              <a:buNone/>
              <a:defRPr sz="1900"/>
            </a:lvl4pPr>
            <a:lvl5pPr lvl="4" algn="ctr">
              <a:spcBef>
                <a:spcPts val="0"/>
              </a:spcBef>
              <a:spcAft>
                <a:spcPts val="0"/>
              </a:spcAft>
              <a:buClr>
                <a:schemeClr val="lt1"/>
              </a:buClr>
              <a:buSzPts val="1900"/>
              <a:buNone/>
              <a:defRPr sz="1900"/>
            </a:lvl5pPr>
            <a:lvl6pPr lvl="5" algn="ctr">
              <a:spcBef>
                <a:spcPts val="0"/>
              </a:spcBef>
              <a:spcAft>
                <a:spcPts val="0"/>
              </a:spcAft>
              <a:buClr>
                <a:schemeClr val="lt1"/>
              </a:buClr>
              <a:buSzPts val="1900"/>
              <a:buNone/>
              <a:defRPr sz="1900"/>
            </a:lvl6pPr>
            <a:lvl7pPr lvl="6" algn="ctr">
              <a:spcBef>
                <a:spcPts val="0"/>
              </a:spcBef>
              <a:spcAft>
                <a:spcPts val="0"/>
              </a:spcAft>
              <a:buClr>
                <a:schemeClr val="lt1"/>
              </a:buClr>
              <a:buSzPts val="1900"/>
              <a:buNone/>
              <a:defRPr sz="1900"/>
            </a:lvl7pPr>
            <a:lvl8pPr lvl="7" algn="ctr">
              <a:spcBef>
                <a:spcPts val="0"/>
              </a:spcBef>
              <a:spcAft>
                <a:spcPts val="0"/>
              </a:spcAft>
              <a:buClr>
                <a:schemeClr val="lt1"/>
              </a:buClr>
              <a:buSzPts val="1900"/>
              <a:buNone/>
              <a:defRPr sz="1900"/>
            </a:lvl8pPr>
            <a:lvl9pPr lvl="8" algn="ctr">
              <a:spcBef>
                <a:spcPts val="0"/>
              </a:spcBef>
              <a:spcAft>
                <a:spcPts val="0"/>
              </a:spcAft>
              <a:buClr>
                <a:schemeClr val="lt1"/>
              </a:buClr>
              <a:buSzPts val="1900"/>
              <a:buNone/>
              <a:defRPr sz="1900"/>
            </a:lvl9pPr>
          </a:lstStyle>
          <a:p/>
        </p:txBody>
      </p:sp>
      <p:sp>
        <p:nvSpPr>
          <p:cNvPr id="259" name="Google Shape;259;p19"/>
          <p:cNvSpPr txBox="1"/>
          <p:nvPr>
            <p:ph idx="2" type="title"/>
          </p:nvPr>
        </p:nvSpPr>
        <p:spPr>
          <a:xfrm>
            <a:off x="3587619" y="720750"/>
            <a:ext cx="2300400" cy="521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900"/>
              <a:buNone/>
              <a:defRPr b="0" sz="1900"/>
            </a:lvl1pPr>
            <a:lvl2pPr lvl="1" algn="ctr">
              <a:spcBef>
                <a:spcPts val="0"/>
              </a:spcBef>
              <a:spcAft>
                <a:spcPts val="0"/>
              </a:spcAft>
              <a:buClr>
                <a:schemeClr val="lt1"/>
              </a:buClr>
              <a:buSzPts val="1900"/>
              <a:buNone/>
              <a:defRPr sz="1900"/>
            </a:lvl2pPr>
            <a:lvl3pPr lvl="2" algn="ctr">
              <a:spcBef>
                <a:spcPts val="0"/>
              </a:spcBef>
              <a:spcAft>
                <a:spcPts val="0"/>
              </a:spcAft>
              <a:buClr>
                <a:schemeClr val="lt1"/>
              </a:buClr>
              <a:buSzPts val="1900"/>
              <a:buNone/>
              <a:defRPr sz="1900"/>
            </a:lvl3pPr>
            <a:lvl4pPr lvl="3" algn="ctr">
              <a:spcBef>
                <a:spcPts val="0"/>
              </a:spcBef>
              <a:spcAft>
                <a:spcPts val="0"/>
              </a:spcAft>
              <a:buClr>
                <a:schemeClr val="lt1"/>
              </a:buClr>
              <a:buSzPts val="1900"/>
              <a:buNone/>
              <a:defRPr sz="1900"/>
            </a:lvl4pPr>
            <a:lvl5pPr lvl="4" algn="ctr">
              <a:spcBef>
                <a:spcPts val="0"/>
              </a:spcBef>
              <a:spcAft>
                <a:spcPts val="0"/>
              </a:spcAft>
              <a:buClr>
                <a:schemeClr val="lt1"/>
              </a:buClr>
              <a:buSzPts val="1900"/>
              <a:buNone/>
              <a:defRPr sz="1900"/>
            </a:lvl5pPr>
            <a:lvl6pPr lvl="5" algn="ctr">
              <a:spcBef>
                <a:spcPts val="0"/>
              </a:spcBef>
              <a:spcAft>
                <a:spcPts val="0"/>
              </a:spcAft>
              <a:buClr>
                <a:schemeClr val="lt1"/>
              </a:buClr>
              <a:buSzPts val="1900"/>
              <a:buNone/>
              <a:defRPr sz="1900"/>
            </a:lvl6pPr>
            <a:lvl7pPr lvl="6" algn="ctr">
              <a:spcBef>
                <a:spcPts val="0"/>
              </a:spcBef>
              <a:spcAft>
                <a:spcPts val="0"/>
              </a:spcAft>
              <a:buClr>
                <a:schemeClr val="lt1"/>
              </a:buClr>
              <a:buSzPts val="1900"/>
              <a:buNone/>
              <a:defRPr sz="1900"/>
            </a:lvl7pPr>
            <a:lvl8pPr lvl="7" algn="ctr">
              <a:spcBef>
                <a:spcPts val="0"/>
              </a:spcBef>
              <a:spcAft>
                <a:spcPts val="0"/>
              </a:spcAft>
              <a:buClr>
                <a:schemeClr val="lt1"/>
              </a:buClr>
              <a:buSzPts val="1900"/>
              <a:buNone/>
              <a:defRPr sz="1900"/>
            </a:lvl8pPr>
            <a:lvl9pPr lvl="8" algn="ctr">
              <a:spcBef>
                <a:spcPts val="0"/>
              </a:spcBef>
              <a:spcAft>
                <a:spcPts val="0"/>
              </a:spcAft>
              <a:buClr>
                <a:schemeClr val="lt1"/>
              </a:buClr>
              <a:buSzPts val="1900"/>
              <a:buNone/>
              <a:defRPr sz="1900"/>
            </a:lvl9pPr>
          </a:lstStyle>
          <a:p/>
        </p:txBody>
      </p:sp>
      <p:sp>
        <p:nvSpPr>
          <p:cNvPr id="260" name="Google Shape;260;p19"/>
          <p:cNvSpPr txBox="1"/>
          <p:nvPr>
            <p:ph idx="3" type="title"/>
          </p:nvPr>
        </p:nvSpPr>
        <p:spPr>
          <a:xfrm>
            <a:off x="6179075" y="720750"/>
            <a:ext cx="2300400" cy="521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900"/>
              <a:buNone/>
              <a:defRPr b="0" sz="1900"/>
            </a:lvl1pPr>
            <a:lvl2pPr lvl="1" algn="ctr">
              <a:spcBef>
                <a:spcPts val="0"/>
              </a:spcBef>
              <a:spcAft>
                <a:spcPts val="0"/>
              </a:spcAft>
              <a:buClr>
                <a:schemeClr val="lt1"/>
              </a:buClr>
              <a:buSzPts val="1900"/>
              <a:buNone/>
              <a:defRPr sz="1900"/>
            </a:lvl2pPr>
            <a:lvl3pPr lvl="2" algn="ctr">
              <a:spcBef>
                <a:spcPts val="0"/>
              </a:spcBef>
              <a:spcAft>
                <a:spcPts val="0"/>
              </a:spcAft>
              <a:buClr>
                <a:schemeClr val="lt1"/>
              </a:buClr>
              <a:buSzPts val="1900"/>
              <a:buNone/>
              <a:defRPr sz="1900"/>
            </a:lvl3pPr>
            <a:lvl4pPr lvl="3" algn="ctr">
              <a:spcBef>
                <a:spcPts val="0"/>
              </a:spcBef>
              <a:spcAft>
                <a:spcPts val="0"/>
              </a:spcAft>
              <a:buClr>
                <a:schemeClr val="lt1"/>
              </a:buClr>
              <a:buSzPts val="1900"/>
              <a:buNone/>
              <a:defRPr sz="1900"/>
            </a:lvl4pPr>
            <a:lvl5pPr lvl="4" algn="ctr">
              <a:spcBef>
                <a:spcPts val="0"/>
              </a:spcBef>
              <a:spcAft>
                <a:spcPts val="0"/>
              </a:spcAft>
              <a:buClr>
                <a:schemeClr val="lt1"/>
              </a:buClr>
              <a:buSzPts val="1900"/>
              <a:buNone/>
              <a:defRPr sz="1900"/>
            </a:lvl5pPr>
            <a:lvl6pPr lvl="5" algn="ctr">
              <a:spcBef>
                <a:spcPts val="0"/>
              </a:spcBef>
              <a:spcAft>
                <a:spcPts val="0"/>
              </a:spcAft>
              <a:buClr>
                <a:schemeClr val="lt1"/>
              </a:buClr>
              <a:buSzPts val="1900"/>
              <a:buNone/>
              <a:defRPr sz="1900"/>
            </a:lvl6pPr>
            <a:lvl7pPr lvl="6" algn="ctr">
              <a:spcBef>
                <a:spcPts val="0"/>
              </a:spcBef>
              <a:spcAft>
                <a:spcPts val="0"/>
              </a:spcAft>
              <a:buClr>
                <a:schemeClr val="lt1"/>
              </a:buClr>
              <a:buSzPts val="1900"/>
              <a:buNone/>
              <a:defRPr sz="1900"/>
            </a:lvl7pPr>
            <a:lvl8pPr lvl="7" algn="ctr">
              <a:spcBef>
                <a:spcPts val="0"/>
              </a:spcBef>
              <a:spcAft>
                <a:spcPts val="0"/>
              </a:spcAft>
              <a:buClr>
                <a:schemeClr val="lt1"/>
              </a:buClr>
              <a:buSzPts val="1900"/>
              <a:buNone/>
              <a:defRPr sz="1900"/>
            </a:lvl8pPr>
            <a:lvl9pPr lvl="8" algn="ctr">
              <a:spcBef>
                <a:spcPts val="0"/>
              </a:spcBef>
              <a:spcAft>
                <a:spcPts val="0"/>
              </a:spcAft>
              <a:buClr>
                <a:schemeClr val="lt1"/>
              </a:buClr>
              <a:buSzPts val="1900"/>
              <a:buNone/>
              <a:defRPr sz="1900"/>
            </a:lvl9pPr>
          </a:lstStyle>
          <a:p/>
        </p:txBody>
      </p:sp>
      <p:sp>
        <p:nvSpPr>
          <p:cNvPr id="261" name="Google Shape;261;p19"/>
          <p:cNvSpPr/>
          <p:nvPr>
            <p:ph idx="4" type="pic"/>
          </p:nvPr>
        </p:nvSpPr>
        <p:spPr>
          <a:xfrm>
            <a:off x="895300" y="1487250"/>
            <a:ext cx="2264100" cy="2729700"/>
          </a:xfrm>
          <a:prstGeom prst="rect">
            <a:avLst/>
          </a:prstGeom>
          <a:noFill/>
          <a:ln>
            <a:noFill/>
          </a:ln>
        </p:spPr>
      </p:sp>
      <p:sp>
        <p:nvSpPr>
          <p:cNvPr id="262" name="Google Shape;262;p19"/>
          <p:cNvSpPr/>
          <p:nvPr>
            <p:ph idx="5" type="pic"/>
          </p:nvPr>
        </p:nvSpPr>
        <p:spPr>
          <a:xfrm>
            <a:off x="3605775" y="1487250"/>
            <a:ext cx="2264100" cy="2729700"/>
          </a:xfrm>
          <a:prstGeom prst="rect">
            <a:avLst/>
          </a:prstGeom>
          <a:noFill/>
          <a:ln>
            <a:noFill/>
          </a:ln>
        </p:spPr>
      </p:sp>
      <p:sp>
        <p:nvSpPr>
          <p:cNvPr id="263" name="Google Shape;263;p19"/>
          <p:cNvSpPr/>
          <p:nvPr>
            <p:ph idx="6" type="pic"/>
          </p:nvPr>
        </p:nvSpPr>
        <p:spPr>
          <a:xfrm>
            <a:off x="6197225" y="1487250"/>
            <a:ext cx="2264100" cy="2729700"/>
          </a:xfrm>
          <a:prstGeom prst="rect">
            <a:avLst/>
          </a:prstGeom>
          <a:noFill/>
          <a:ln>
            <a:noFill/>
          </a:ln>
        </p:spPr>
      </p:sp>
      <p:sp>
        <p:nvSpPr>
          <p:cNvPr id="264" name="Google Shape;264;p19"/>
          <p:cNvSpPr txBox="1"/>
          <p:nvPr>
            <p:ph idx="1" type="subTitle"/>
          </p:nvPr>
        </p:nvSpPr>
        <p:spPr>
          <a:xfrm>
            <a:off x="1187675" y="4299825"/>
            <a:ext cx="1667700" cy="2262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
              <a:buFont typeface="Manro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5" name="Google Shape;265;p19"/>
          <p:cNvSpPr txBox="1"/>
          <p:nvPr>
            <p:ph idx="7" type="subTitle"/>
          </p:nvPr>
        </p:nvSpPr>
        <p:spPr>
          <a:xfrm rot="-214117">
            <a:off x="3902250" y="4346193"/>
            <a:ext cx="1667634" cy="22634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
              <a:buFont typeface="Manro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6" name="Google Shape;266;p19"/>
          <p:cNvSpPr txBox="1"/>
          <p:nvPr>
            <p:ph idx="8" type="subTitle"/>
          </p:nvPr>
        </p:nvSpPr>
        <p:spPr>
          <a:xfrm rot="215969">
            <a:off x="6495540" y="4324572"/>
            <a:ext cx="1667690" cy="22634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
              <a:buFont typeface="Manro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body and image">
  <p:cSld name="BLANK_1_1_1_1_1_1_1_1_1_1_1_1">
    <p:bg>
      <p:bgPr>
        <a:solidFill>
          <a:schemeClr val="lt1"/>
        </a:solidFill>
      </p:bgPr>
    </p:bg>
    <p:spTree>
      <p:nvGrpSpPr>
        <p:cNvPr id="267" name="Shape 267"/>
        <p:cNvGrpSpPr/>
        <p:nvPr/>
      </p:nvGrpSpPr>
      <p:grpSpPr>
        <a:xfrm>
          <a:off x="0" y="0"/>
          <a:ext cx="0" cy="0"/>
          <a:chOff x="0" y="0"/>
          <a:chExt cx="0" cy="0"/>
        </a:xfrm>
      </p:grpSpPr>
      <p:sp>
        <p:nvSpPr>
          <p:cNvPr id="268" name="Google Shape;268;p20"/>
          <p:cNvSpPr/>
          <p:nvPr/>
        </p:nvSpPr>
        <p:spPr>
          <a:xfrm rot="-300782">
            <a:off x="5105280" y="419634"/>
            <a:ext cx="3577384" cy="4308283"/>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69" name="Google Shape;269;p20"/>
          <p:cNvSpPr/>
          <p:nvPr>
            <p:ph idx="2" type="pic"/>
          </p:nvPr>
        </p:nvSpPr>
        <p:spPr>
          <a:xfrm>
            <a:off x="2050" y="2050"/>
            <a:ext cx="4778400" cy="5143500"/>
          </a:xfrm>
          <a:prstGeom prst="rect">
            <a:avLst/>
          </a:prstGeom>
          <a:noFill/>
          <a:ln>
            <a:noFill/>
          </a:ln>
        </p:spPr>
      </p:sp>
      <p:sp>
        <p:nvSpPr>
          <p:cNvPr id="270" name="Google Shape;270;p20"/>
          <p:cNvSpPr/>
          <p:nvPr/>
        </p:nvSpPr>
        <p:spPr>
          <a:xfrm rot="134178">
            <a:off x="5002593" y="293901"/>
            <a:ext cx="3782581" cy="4555675"/>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71" name="Google Shape;271;p20"/>
          <p:cNvSpPr txBox="1"/>
          <p:nvPr>
            <p:ph type="title"/>
          </p:nvPr>
        </p:nvSpPr>
        <p:spPr>
          <a:xfrm rot="124275">
            <a:off x="5368207" y="536624"/>
            <a:ext cx="3037985" cy="614501"/>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1400"/>
              <a:buNone/>
              <a:defRPr/>
            </a:lvl2pPr>
            <a:lvl3pPr lvl="2" algn="ctr">
              <a:spcBef>
                <a:spcPts val="0"/>
              </a:spcBef>
              <a:spcAft>
                <a:spcPts val="0"/>
              </a:spcAft>
              <a:buClr>
                <a:schemeClr val="lt1"/>
              </a:buClr>
              <a:buSzPts val="1400"/>
              <a:buNone/>
              <a:defRPr/>
            </a:lvl3pPr>
            <a:lvl4pPr lvl="3" algn="ctr">
              <a:spcBef>
                <a:spcPts val="0"/>
              </a:spcBef>
              <a:spcAft>
                <a:spcPts val="0"/>
              </a:spcAft>
              <a:buClr>
                <a:schemeClr val="lt1"/>
              </a:buClr>
              <a:buSzPts val="1400"/>
              <a:buNone/>
              <a:defRPr/>
            </a:lvl4pPr>
            <a:lvl5pPr lvl="4" algn="ctr">
              <a:spcBef>
                <a:spcPts val="0"/>
              </a:spcBef>
              <a:spcAft>
                <a:spcPts val="0"/>
              </a:spcAft>
              <a:buClr>
                <a:schemeClr val="lt1"/>
              </a:buClr>
              <a:buSzPts val="1400"/>
              <a:buNone/>
              <a:defRPr/>
            </a:lvl5pPr>
            <a:lvl6pPr lvl="5" algn="ctr">
              <a:spcBef>
                <a:spcPts val="0"/>
              </a:spcBef>
              <a:spcAft>
                <a:spcPts val="0"/>
              </a:spcAft>
              <a:buClr>
                <a:schemeClr val="lt1"/>
              </a:buClr>
              <a:buSzPts val="1400"/>
              <a:buNone/>
              <a:defRPr/>
            </a:lvl6pPr>
            <a:lvl7pPr lvl="6" algn="ctr">
              <a:spcBef>
                <a:spcPts val="0"/>
              </a:spcBef>
              <a:spcAft>
                <a:spcPts val="0"/>
              </a:spcAft>
              <a:buClr>
                <a:schemeClr val="lt1"/>
              </a:buClr>
              <a:buSzPts val="1400"/>
              <a:buNone/>
              <a:defRPr/>
            </a:lvl7pPr>
            <a:lvl8pPr lvl="7" algn="ctr">
              <a:spcBef>
                <a:spcPts val="0"/>
              </a:spcBef>
              <a:spcAft>
                <a:spcPts val="0"/>
              </a:spcAft>
              <a:buClr>
                <a:schemeClr val="lt1"/>
              </a:buClr>
              <a:buSzPts val="1400"/>
              <a:buNone/>
              <a:defRPr/>
            </a:lvl8pPr>
            <a:lvl9pPr lvl="8" algn="ctr">
              <a:spcBef>
                <a:spcPts val="0"/>
              </a:spcBef>
              <a:spcAft>
                <a:spcPts val="0"/>
              </a:spcAft>
              <a:buClr>
                <a:schemeClr val="lt1"/>
              </a:buClr>
              <a:buSzPts val="1400"/>
              <a:buNone/>
              <a:defRPr/>
            </a:lvl9pPr>
          </a:lstStyle>
          <a:p/>
        </p:txBody>
      </p:sp>
      <p:sp>
        <p:nvSpPr>
          <p:cNvPr id="272" name="Google Shape;272;p20"/>
          <p:cNvSpPr txBox="1"/>
          <p:nvPr>
            <p:ph idx="1" type="body"/>
          </p:nvPr>
        </p:nvSpPr>
        <p:spPr>
          <a:xfrm rot="119438">
            <a:off x="5194650" y="1261934"/>
            <a:ext cx="3281881" cy="2287382"/>
          </a:xfrm>
          <a:prstGeom prst="rect">
            <a:avLst/>
          </a:prstGeom>
        </p:spPr>
        <p:txBody>
          <a:bodyPr anchorCtr="0" anchor="ctr" bIns="91425" lIns="91425" spcFirstLastPara="1" rIns="91425" wrap="square" tIns="91425">
            <a:noAutofit/>
          </a:bodyPr>
          <a:lstStyle>
            <a:lvl1pPr indent="-317500" lvl="0" marL="457200" algn="ctr">
              <a:spcBef>
                <a:spcPts val="0"/>
              </a:spcBef>
              <a:spcAft>
                <a:spcPts val="0"/>
              </a:spcAft>
              <a:buSzPts val="1400"/>
              <a:buFont typeface="Manrope Medium"/>
              <a:buChar char="●"/>
              <a:defRPr>
                <a:latin typeface="Manrope Medium"/>
                <a:ea typeface="Manrope Medium"/>
                <a:cs typeface="Manrope Medium"/>
                <a:sym typeface="Manrope Medium"/>
              </a:defRPr>
            </a:lvl1pPr>
            <a:lvl2pPr indent="-317500" lvl="1" marL="914400" algn="ctr">
              <a:spcBef>
                <a:spcPts val="0"/>
              </a:spcBef>
              <a:spcAft>
                <a:spcPts val="0"/>
              </a:spcAft>
              <a:buSzPts val="1400"/>
              <a:buFont typeface="Manrope Medium"/>
              <a:buChar char="○"/>
              <a:defRPr>
                <a:latin typeface="Manrope Medium"/>
                <a:ea typeface="Manrope Medium"/>
                <a:cs typeface="Manrope Medium"/>
                <a:sym typeface="Manrope Medium"/>
              </a:defRPr>
            </a:lvl2pPr>
            <a:lvl3pPr indent="-317500" lvl="2" marL="1371600" algn="ctr">
              <a:spcBef>
                <a:spcPts val="0"/>
              </a:spcBef>
              <a:spcAft>
                <a:spcPts val="0"/>
              </a:spcAft>
              <a:buSzPts val="1400"/>
              <a:buFont typeface="Manrope Medium"/>
              <a:buChar char="■"/>
              <a:defRPr>
                <a:latin typeface="Manrope Medium"/>
                <a:ea typeface="Manrope Medium"/>
                <a:cs typeface="Manrope Medium"/>
                <a:sym typeface="Manrope Medium"/>
              </a:defRPr>
            </a:lvl3pPr>
            <a:lvl4pPr indent="-317500" lvl="3" marL="1828800" algn="ctr">
              <a:spcBef>
                <a:spcPts val="0"/>
              </a:spcBef>
              <a:spcAft>
                <a:spcPts val="0"/>
              </a:spcAft>
              <a:buSzPts val="1400"/>
              <a:buFont typeface="Manrope Medium"/>
              <a:buChar char="●"/>
              <a:defRPr>
                <a:latin typeface="Manrope Medium"/>
                <a:ea typeface="Manrope Medium"/>
                <a:cs typeface="Manrope Medium"/>
                <a:sym typeface="Manrope Medium"/>
              </a:defRPr>
            </a:lvl4pPr>
            <a:lvl5pPr indent="-317500" lvl="4" marL="2286000" algn="ctr">
              <a:spcBef>
                <a:spcPts val="0"/>
              </a:spcBef>
              <a:spcAft>
                <a:spcPts val="0"/>
              </a:spcAft>
              <a:buSzPts val="1400"/>
              <a:buFont typeface="Manrope Medium"/>
              <a:buChar char="○"/>
              <a:defRPr>
                <a:latin typeface="Manrope Medium"/>
                <a:ea typeface="Manrope Medium"/>
                <a:cs typeface="Manrope Medium"/>
                <a:sym typeface="Manrope Medium"/>
              </a:defRPr>
            </a:lvl5pPr>
            <a:lvl6pPr indent="-317500" lvl="5" marL="2743200" algn="ctr">
              <a:spcBef>
                <a:spcPts val="0"/>
              </a:spcBef>
              <a:spcAft>
                <a:spcPts val="0"/>
              </a:spcAft>
              <a:buSzPts val="1400"/>
              <a:buFont typeface="Manrope Medium"/>
              <a:buChar char="■"/>
              <a:defRPr>
                <a:latin typeface="Manrope Medium"/>
                <a:ea typeface="Manrope Medium"/>
                <a:cs typeface="Manrope Medium"/>
                <a:sym typeface="Manrope Medium"/>
              </a:defRPr>
            </a:lvl6pPr>
            <a:lvl7pPr indent="-317500" lvl="6" marL="3200400" algn="ctr">
              <a:spcBef>
                <a:spcPts val="0"/>
              </a:spcBef>
              <a:spcAft>
                <a:spcPts val="0"/>
              </a:spcAft>
              <a:buSzPts val="1400"/>
              <a:buFont typeface="Manrope Medium"/>
              <a:buChar char="●"/>
              <a:defRPr>
                <a:latin typeface="Manrope Medium"/>
                <a:ea typeface="Manrope Medium"/>
                <a:cs typeface="Manrope Medium"/>
                <a:sym typeface="Manrope Medium"/>
              </a:defRPr>
            </a:lvl7pPr>
            <a:lvl8pPr indent="-317500" lvl="7" marL="3657600" algn="ctr">
              <a:spcBef>
                <a:spcPts val="0"/>
              </a:spcBef>
              <a:spcAft>
                <a:spcPts val="0"/>
              </a:spcAft>
              <a:buSzPts val="1400"/>
              <a:buFont typeface="Manrope Medium"/>
              <a:buChar char="○"/>
              <a:defRPr>
                <a:latin typeface="Manrope Medium"/>
                <a:ea typeface="Manrope Medium"/>
                <a:cs typeface="Manrope Medium"/>
                <a:sym typeface="Manrope Medium"/>
              </a:defRPr>
            </a:lvl8pPr>
            <a:lvl9pPr indent="-317500" lvl="8" marL="4114800" algn="ctr">
              <a:spcBef>
                <a:spcPts val="0"/>
              </a:spcBef>
              <a:spcAft>
                <a:spcPts val="0"/>
              </a:spcAft>
              <a:buSzPts val="1400"/>
              <a:buFont typeface="Manrope Medium"/>
              <a:buChar char="■"/>
              <a:defRPr>
                <a:latin typeface="Manrope Medium"/>
                <a:ea typeface="Manrope Medium"/>
                <a:cs typeface="Manrope Medium"/>
                <a:sym typeface="Manrope Medium"/>
              </a:defRPr>
            </a:lvl9pPr>
          </a:lstStyle>
          <a:p/>
        </p:txBody>
      </p:sp>
      <p:sp>
        <p:nvSpPr>
          <p:cNvPr id="273" name="Google Shape;273;p20"/>
          <p:cNvSpPr txBox="1"/>
          <p:nvPr>
            <p:ph idx="3" type="body"/>
          </p:nvPr>
        </p:nvSpPr>
        <p:spPr>
          <a:xfrm rot="131721">
            <a:off x="5123776" y="3854495"/>
            <a:ext cx="3281408" cy="616356"/>
          </a:xfrm>
          <a:prstGeom prst="rect">
            <a:avLst/>
          </a:prstGeom>
        </p:spPr>
        <p:txBody>
          <a:bodyPr anchorCtr="0" anchor="ctr" bIns="91425" lIns="91425" spcFirstLastPara="1" rIns="91425" wrap="square" tIns="91425">
            <a:spAutoFit/>
          </a:bodyPr>
          <a:lstStyle>
            <a:lvl1pPr indent="-304800" lvl="0" marL="457200" algn="ctr">
              <a:spcBef>
                <a:spcPts val="0"/>
              </a:spcBef>
              <a:spcAft>
                <a:spcPts val="0"/>
              </a:spcAft>
              <a:buSzPts val="1200"/>
              <a:buFont typeface="Manrope Medium"/>
              <a:buChar char="●"/>
              <a:defRPr>
                <a:latin typeface="Manrope Medium"/>
                <a:ea typeface="Manrope Medium"/>
                <a:cs typeface="Manrope Medium"/>
                <a:sym typeface="Manrope Medium"/>
              </a:defRPr>
            </a:lvl1pPr>
            <a:lvl2pPr indent="-304800" lvl="1" marL="914400" algn="ctr">
              <a:spcBef>
                <a:spcPts val="800"/>
              </a:spcBef>
              <a:spcAft>
                <a:spcPts val="0"/>
              </a:spcAft>
              <a:buSzPts val="1200"/>
              <a:buFont typeface="Manrope Medium"/>
              <a:buChar char="○"/>
              <a:defRPr>
                <a:latin typeface="Manrope Medium"/>
                <a:ea typeface="Manrope Medium"/>
                <a:cs typeface="Manrope Medium"/>
                <a:sym typeface="Manrope Medium"/>
              </a:defRPr>
            </a:lvl2pPr>
            <a:lvl3pPr indent="-304800" lvl="2" marL="1371600" algn="ctr">
              <a:spcBef>
                <a:spcPts val="800"/>
              </a:spcBef>
              <a:spcAft>
                <a:spcPts val="0"/>
              </a:spcAft>
              <a:buSzPts val="1200"/>
              <a:buFont typeface="Manrope Medium"/>
              <a:buChar char="■"/>
              <a:defRPr>
                <a:latin typeface="Manrope Medium"/>
                <a:ea typeface="Manrope Medium"/>
                <a:cs typeface="Manrope Medium"/>
                <a:sym typeface="Manrope Medium"/>
              </a:defRPr>
            </a:lvl3pPr>
            <a:lvl4pPr indent="-304800" lvl="3" marL="1828800" algn="ctr">
              <a:spcBef>
                <a:spcPts val="800"/>
              </a:spcBef>
              <a:spcAft>
                <a:spcPts val="0"/>
              </a:spcAft>
              <a:buSzPts val="1200"/>
              <a:buFont typeface="Manrope Medium"/>
              <a:buChar char="●"/>
              <a:defRPr>
                <a:latin typeface="Manrope Medium"/>
                <a:ea typeface="Manrope Medium"/>
                <a:cs typeface="Manrope Medium"/>
                <a:sym typeface="Manrope Medium"/>
              </a:defRPr>
            </a:lvl4pPr>
            <a:lvl5pPr indent="-304800" lvl="4" marL="2286000" algn="ctr">
              <a:spcBef>
                <a:spcPts val="800"/>
              </a:spcBef>
              <a:spcAft>
                <a:spcPts val="0"/>
              </a:spcAft>
              <a:buSzPts val="1200"/>
              <a:buFont typeface="Manrope Medium"/>
              <a:buChar char="○"/>
              <a:defRPr>
                <a:latin typeface="Manrope Medium"/>
                <a:ea typeface="Manrope Medium"/>
                <a:cs typeface="Manrope Medium"/>
                <a:sym typeface="Manrope Medium"/>
              </a:defRPr>
            </a:lvl5pPr>
            <a:lvl6pPr indent="-304800" lvl="5" marL="2743200" algn="ctr">
              <a:spcBef>
                <a:spcPts val="800"/>
              </a:spcBef>
              <a:spcAft>
                <a:spcPts val="0"/>
              </a:spcAft>
              <a:buSzPts val="1200"/>
              <a:buFont typeface="Manrope Medium"/>
              <a:buChar char="■"/>
              <a:defRPr>
                <a:latin typeface="Manrope Medium"/>
                <a:ea typeface="Manrope Medium"/>
                <a:cs typeface="Manrope Medium"/>
                <a:sym typeface="Manrope Medium"/>
              </a:defRPr>
            </a:lvl6pPr>
            <a:lvl7pPr indent="-304800" lvl="6" marL="3200400" algn="ctr">
              <a:spcBef>
                <a:spcPts val="800"/>
              </a:spcBef>
              <a:spcAft>
                <a:spcPts val="0"/>
              </a:spcAft>
              <a:buSzPts val="1200"/>
              <a:buFont typeface="Manrope Medium"/>
              <a:buChar char="●"/>
              <a:defRPr>
                <a:latin typeface="Manrope Medium"/>
                <a:ea typeface="Manrope Medium"/>
                <a:cs typeface="Manrope Medium"/>
                <a:sym typeface="Manrope Medium"/>
              </a:defRPr>
            </a:lvl7pPr>
            <a:lvl8pPr indent="-304800" lvl="7" marL="3657600" algn="ctr">
              <a:spcBef>
                <a:spcPts val="800"/>
              </a:spcBef>
              <a:spcAft>
                <a:spcPts val="0"/>
              </a:spcAft>
              <a:buSzPts val="1200"/>
              <a:buFont typeface="Manrope Medium"/>
              <a:buChar char="○"/>
              <a:defRPr>
                <a:latin typeface="Manrope Medium"/>
                <a:ea typeface="Manrope Medium"/>
                <a:cs typeface="Manrope Medium"/>
                <a:sym typeface="Manrope Medium"/>
              </a:defRPr>
            </a:lvl8pPr>
            <a:lvl9pPr indent="-304800" lvl="8" marL="4114800" algn="ctr">
              <a:spcBef>
                <a:spcPts val="800"/>
              </a:spcBef>
              <a:spcAft>
                <a:spcPts val="800"/>
              </a:spcAft>
              <a:buSzPts val="1200"/>
              <a:buFont typeface="Manrope Medium"/>
              <a:buChar char="■"/>
              <a:defRPr>
                <a:latin typeface="Manrope Medium"/>
                <a:ea typeface="Manrope Medium"/>
                <a:cs typeface="Manrope Medium"/>
                <a:sym typeface="Manrope Medium"/>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BLANK_1_1_1_1_1_1_1_1_1_1_1_1_2_1">
    <p:bg>
      <p:bgPr>
        <a:solidFill>
          <a:schemeClr val="lt1"/>
        </a:solidFill>
      </p:bgPr>
    </p:bg>
    <p:spTree>
      <p:nvGrpSpPr>
        <p:cNvPr id="274" name="Shape 274"/>
        <p:cNvGrpSpPr/>
        <p:nvPr/>
      </p:nvGrpSpPr>
      <p:grpSpPr>
        <a:xfrm>
          <a:off x="0" y="0"/>
          <a:ext cx="0" cy="0"/>
          <a:chOff x="0" y="0"/>
          <a:chExt cx="0" cy="0"/>
        </a:xfrm>
      </p:grpSpPr>
      <p:sp>
        <p:nvSpPr>
          <p:cNvPr id="275" name="Google Shape;275;p21"/>
          <p:cNvSpPr/>
          <p:nvPr/>
        </p:nvSpPr>
        <p:spPr>
          <a:xfrm rot="482751">
            <a:off x="407815" y="419618"/>
            <a:ext cx="3577314" cy="4308406"/>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76" name="Google Shape;276;p21"/>
          <p:cNvSpPr/>
          <p:nvPr>
            <p:ph idx="2" type="pic"/>
          </p:nvPr>
        </p:nvSpPr>
        <p:spPr>
          <a:xfrm>
            <a:off x="4372975" y="2050"/>
            <a:ext cx="4778400" cy="5143500"/>
          </a:xfrm>
          <a:prstGeom prst="rect">
            <a:avLst/>
          </a:prstGeom>
          <a:noFill/>
          <a:ln>
            <a:noFill/>
          </a:ln>
        </p:spPr>
      </p:sp>
      <p:sp>
        <p:nvSpPr>
          <p:cNvPr id="277" name="Google Shape;277;p21"/>
          <p:cNvSpPr/>
          <p:nvPr/>
        </p:nvSpPr>
        <p:spPr>
          <a:xfrm rot="-98716">
            <a:off x="327421" y="293858"/>
            <a:ext cx="3782459" cy="4555878"/>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78" name="Google Shape;278;p21"/>
          <p:cNvSpPr txBox="1"/>
          <p:nvPr>
            <p:ph type="title"/>
          </p:nvPr>
        </p:nvSpPr>
        <p:spPr>
          <a:xfrm rot="-108624">
            <a:off x="673475" y="530154"/>
            <a:ext cx="3038717" cy="61381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1400"/>
              <a:buNone/>
              <a:defRPr/>
            </a:lvl2pPr>
            <a:lvl3pPr lvl="2" algn="ctr">
              <a:spcBef>
                <a:spcPts val="0"/>
              </a:spcBef>
              <a:spcAft>
                <a:spcPts val="0"/>
              </a:spcAft>
              <a:buClr>
                <a:schemeClr val="lt1"/>
              </a:buClr>
              <a:buSzPts val="1400"/>
              <a:buNone/>
              <a:defRPr/>
            </a:lvl3pPr>
            <a:lvl4pPr lvl="3" algn="ctr">
              <a:spcBef>
                <a:spcPts val="0"/>
              </a:spcBef>
              <a:spcAft>
                <a:spcPts val="0"/>
              </a:spcAft>
              <a:buClr>
                <a:schemeClr val="lt1"/>
              </a:buClr>
              <a:buSzPts val="1400"/>
              <a:buNone/>
              <a:defRPr/>
            </a:lvl4pPr>
            <a:lvl5pPr lvl="4" algn="ctr">
              <a:spcBef>
                <a:spcPts val="0"/>
              </a:spcBef>
              <a:spcAft>
                <a:spcPts val="0"/>
              </a:spcAft>
              <a:buClr>
                <a:schemeClr val="lt1"/>
              </a:buClr>
              <a:buSzPts val="1400"/>
              <a:buNone/>
              <a:defRPr/>
            </a:lvl5pPr>
            <a:lvl6pPr lvl="5" algn="ctr">
              <a:spcBef>
                <a:spcPts val="0"/>
              </a:spcBef>
              <a:spcAft>
                <a:spcPts val="0"/>
              </a:spcAft>
              <a:buClr>
                <a:schemeClr val="lt1"/>
              </a:buClr>
              <a:buSzPts val="1400"/>
              <a:buNone/>
              <a:defRPr/>
            </a:lvl6pPr>
            <a:lvl7pPr lvl="6" algn="ctr">
              <a:spcBef>
                <a:spcPts val="0"/>
              </a:spcBef>
              <a:spcAft>
                <a:spcPts val="0"/>
              </a:spcAft>
              <a:buClr>
                <a:schemeClr val="lt1"/>
              </a:buClr>
              <a:buSzPts val="1400"/>
              <a:buNone/>
              <a:defRPr/>
            </a:lvl7pPr>
            <a:lvl8pPr lvl="7" algn="ctr">
              <a:spcBef>
                <a:spcPts val="0"/>
              </a:spcBef>
              <a:spcAft>
                <a:spcPts val="0"/>
              </a:spcAft>
              <a:buClr>
                <a:schemeClr val="lt1"/>
              </a:buClr>
              <a:buSzPts val="1400"/>
              <a:buNone/>
              <a:defRPr/>
            </a:lvl8pPr>
            <a:lvl9pPr lvl="8" algn="ctr">
              <a:spcBef>
                <a:spcPts val="0"/>
              </a:spcBef>
              <a:spcAft>
                <a:spcPts val="0"/>
              </a:spcAft>
              <a:buClr>
                <a:schemeClr val="lt1"/>
              </a:buClr>
              <a:buSzPts val="1400"/>
              <a:buNone/>
              <a:defRPr/>
            </a:lvl9pPr>
          </a:lstStyle>
          <a:p/>
        </p:txBody>
      </p:sp>
      <p:sp>
        <p:nvSpPr>
          <p:cNvPr id="279" name="Google Shape;279;p21"/>
          <p:cNvSpPr txBox="1"/>
          <p:nvPr>
            <p:ph idx="1" type="body"/>
          </p:nvPr>
        </p:nvSpPr>
        <p:spPr>
          <a:xfrm flipH="1" rot="-131721">
            <a:off x="577990" y="3865770"/>
            <a:ext cx="3281408" cy="616356"/>
          </a:xfrm>
          <a:prstGeom prst="rect">
            <a:avLst/>
          </a:prstGeom>
        </p:spPr>
        <p:txBody>
          <a:bodyPr anchorCtr="0" anchor="ctr" bIns="91425" lIns="91425" spcFirstLastPara="1" rIns="91425" wrap="square" tIns="91425">
            <a:spAutoFit/>
          </a:bodyPr>
          <a:lstStyle>
            <a:lvl1pPr indent="-304800" lvl="0" marL="457200" algn="ctr">
              <a:spcBef>
                <a:spcPts val="0"/>
              </a:spcBef>
              <a:spcAft>
                <a:spcPts val="0"/>
              </a:spcAft>
              <a:buSzPts val="1200"/>
              <a:buFont typeface="Manrope Medium"/>
              <a:buChar char="●"/>
              <a:defRPr>
                <a:latin typeface="Manrope Medium"/>
                <a:ea typeface="Manrope Medium"/>
                <a:cs typeface="Manrope Medium"/>
                <a:sym typeface="Manrope Medium"/>
              </a:defRPr>
            </a:lvl1pPr>
            <a:lvl2pPr indent="-304800" lvl="1" marL="914400" algn="ctr">
              <a:spcBef>
                <a:spcPts val="800"/>
              </a:spcBef>
              <a:spcAft>
                <a:spcPts val="0"/>
              </a:spcAft>
              <a:buSzPts val="1200"/>
              <a:buFont typeface="Manrope Medium"/>
              <a:buChar char="○"/>
              <a:defRPr>
                <a:latin typeface="Manrope Medium"/>
                <a:ea typeface="Manrope Medium"/>
                <a:cs typeface="Manrope Medium"/>
                <a:sym typeface="Manrope Medium"/>
              </a:defRPr>
            </a:lvl2pPr>
            <a:lvl3pPr indent="-304800" lvl="2" marL="1371600" algn="ctr">
              <a:spcBef>
                <a:spcPts val="800"/>
              </a:spcBef>
              <a:spcAft>
                <a:spcPts val="0"/>
              </a:spcAft>
              <a:buSzPts val="1200"/>
              <a:buFont typeface="Manrope Medium"/>
              <a:buChar char="■"/>
              <a:defRPr>
                <a:latin typeface="Manrope Medium"/>
                <a:ea typeface="Manrope Medium"/>
                <a:cs typeface="Manrope Medium"/>
                <a:sym typeface="Manrope Medium"/>
              </a:defRPr>
            </a:lvl3pPr>
            <a:lvl4pPr indent="-304800" lvl="3" marL="1828800" algn="ctr">
              <a:spcBef>
                <a:spcPts val="800"/>
              </a:spcBef>
              <a:spcAft>
                <a:spcPts val="0"/>
              </a:spcAft>
              <a:buSzPts val="1200"/>
              <a:buFont typeface="Manrope Medium"/>
              <a:buChar char="●"/>
              <a:defRPr>
                <a:latin typeface="Manrope Medium"/>
                <a:ea typeface="Manrope Medium"/>
                <a:cs typeface="Manrope Medium"/>
                <a:sym typeface="Manrope Medium"/>
              </a:defRPr>
            </a:lvl4pPr>
            <a:lvl5pPr indent="-304800" lvl="4" marL="2286000" algn="ctr">
              <a:spcBef>
                <a:spcPts val="800"/>
              </a:spcBef>
              <a:spcAft>
                <a:spcPts val="0"/>
              </a:spcAft>
              <a:buSzPts val="1200"/>
              <a:buFont typeface="Manrope Medium"/>
              <a:buChar char="○"/>
              <a:defRPr>
                <a:latin typeface="Manrope Medium"/>
                <a:ea typeface="Manrope Medium"/>
                <a:cs typeface="Manrope Medium"/>
                <a:sym typeface="Manrope Medium"/>
              </a:defRPr>
            </a:lvl5pPr>
            <a:lvl6pPr indent="-304800" lvl="5" marL="2743200" algn="ctr">
              <a:spcBef>
                <a:spcPts val="800"/>
              </a:spcBef>
              <a:spcAft>
                <a:spcPts val="0"/>
              </a:spcAft>
              <a:buSzPts val="1200"/>
              <a:buFont typeface="Manrope Medium"/>
              <a:buChar char="■"/>
              <a:defRPr>
                <a:latin typeface="Manrope Medium"/>
                <a:ea typeface="Manrope Medium"/>
                <a:cs typeface="Manrope Medium"/>
                <a:sym typeface="Manrope Medium"/>
              </a:defRPr>
            </a:lvl6pPr>
            <a:lvl7pPr indent="-304800" lvl="6" marL="3200400" algn="ctr">
              <a:spcBef>
                <a:spcPts val="800"/>
              </a:spcBef>
              <a:spcAft>
                <a:spcPts val="0"/>
              </a:spcAft>
              <a:buSzPts val="1200"/>
              <a:buFont typeface="Manrope Medium"/>
              <a:buChar char="●"/>
              <a:defRPr>
                <a:latin typeface="Manrope Medium"/>
                <a:ea typeface="Manrope Medium"/>
                <a:cs typeface="Manrope Medium"/>
                <a:sym typeface="Manrope Medium"/>
              </a:defRPr>
            </a:lvl7pPr>
            <a:lvl8pPr indent="-304800" lvl="7" marL="3657600" algn="ctr">
              <a:spcBef>
                <a:spcPts val="800"/>
              </a:spcBef>
              <a:spcAft>
                <a:spcPts val="0"/>
              </a:spcAft>
              <a:buSzPts val="1200"/>
              <a:buFont typeface="Manrope Medium"/>
              <a:buChar char="○"/>
              <a:defRPr>
                <a:latin typeface="Manrope Medium"/>
                <a:ea typeface="Manrope Medium"/>
                <a:cs typeface="Manrope Medium"/>
                <a:sym typeface="Manrope Medium"/>
              </a:defRPr>
            </a:lvl8pPr>
            <a:lvl9pPr indent="-304800" lvl="8" marL="4114800" algn="ctr">
              <a:spcBef>
                <a:spcPts val="800"/>
              </a:spcBef>
              <a:spcAft>
                <a:spcPts val="800"/>
              </a:spcAft>
              <a:buSzPts val="1200"/>
              <a:buFont typeface="Manrope Medium"/>
              <a:buChar char="■"/>
              <a:defRPr>
                <a:latin typeface="Manrope Medium"/>
                <a:ea typeface="Manrope Medium"/>
                <a:cs typeface="Manrope Medium"/>
                <a:sym typeface="Manrope Medium"/>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3">
  <p:cSld name="BLANK_1_1_1_1_1_1_1_1_1_1_1_1_2">
    <p:bg>
      <p:bgPr>
        <a:solidFill>
          <a:schemeClr val="lt1"/>
        </a:solidFill>
      </p:bgPr>
    </p:bg>
    <p:spTree>
      <p:nvGrpSpPr>
        <p:cNvPr id="280" name="Shape 280"/>
        <p:cNvGrpSpPr/>
        <p:nvPr/>
      </p:nvGrpSpPr>
      <p:grpSpPr>
        <a:xfrm>
          <a:off x="0" y="0"/>
          <a:ext cx="0" cy="0"/>
          <a:chOff x="0" y="0"/>
          <a:chExt cx="0" cy="0"/>
        </a:xfrm>
      </p:grpSpPr>
      <p:sp>
        <p:nvSpPr>
          <p:cNvPr id="281" name="Google Shape;281;p22"/>
          <p:cNvSpPr/>
          <p:nvPr/>
        </p:nvSpPr>
        <p:spPr>
          <a:xfrm rot="-300782">
            <a:off x="5105280" y="419634"/>
            <a:ext cx="3577384" cy="4308283"/>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82" name="Google Shape;282;p22"/>
          <p:cNvSpPr/>
          <p:nvPr>
            <p:ph idx="2" type="pic"/>
          </p:nvPr>
        </p:nvSpPr>
        <p:spPr>
          <a:xfrm>
            <a:off x="2050" y="2050"/>
            <a:ext cx="4778400" cy="5143500"/>
          </a:xfrm>
          <a:prstGeom prst="rect">
            <a:avLst/>
          </a:prstGeom>
          <a:noFill/>
          <a:ln>
            <a:noFill/>
          </a:ln>
        </p:spPr>
      </p:sp>
      <p:sp>
        <p:nvSpPr>
          <p:cNvPr id="283" name="Google Shape;283;p22"/>
          <p:cNvSpPr/>
          <p:nvPr/>
        </p:nvSpPr>
        <p:spPr>
          <a:xfrm rot="134178">
            <a:off x="5002660" y="293903"/>
            <a:ext cx="3782581" cy="4555675"/>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284" name="Google Shape;284;p22"/>
          <p:cNvSpPr txBox="1"/>
          <p:nvPr>
            <p:ph idx="1" type="body"/>
          </p:nvPr>
        </p:nvSpPr>
        <p:spPr>
          <a:xfrm rot="119438">
            <a:off x="5194650" y="1261934"/>
            <a:ext cx="3281881" cy="2287382"/>
          </a:xfrm>
          <a:prstGeom prst="rect">
            <a:avLst/>
          </a:prstGeom>
        </p:spPr>
        <p:txBody>
          <a:bodyPr anchorCtr="0" anchor="ctr" bIns="91425" lIns="91425" spcFirstLastPara="1" rIns="91425" wrap="square" tIns="91425">
            <a:noAutofit/>
          </a:bodyPr>
          <a:lstStyle>
            <a:lvl1pPr indent="-317500" lvl="0" marL="457200" algn="ctr">
              <a:spcBef>
                <a:spcPts val="0"/>
              </a:spcBef>
              <a:spcAft>
                <a:spcPts val="0"/>
              </a:spcAft>
              <a:buSzPts val="1400"/>
              <a:buFont typeface="Manrope Medium"/>
              <a:buChar char="●"/>
              <a:defRPr>
                <a:latin typeface="Manrope Medium"/>
                <a:ea typeface="Manrope Medium"/>
                <a:cs typeface="Manrope Medium"/>
                <a:sym typeface="Manrope Medium"/>
              </a:defRPr>
            </a:lvl1pPr>
            <a:lvl2pPr indent="-317500" lvl="1" marL="914400" algn="ctr">
              <a:spcBef>
                <a:spcPts val="0"/>
              </a:spcBef>
              <a:spcAft>
                <a:spcPts val="0"/>
              </a:spcAft>
              <a:buSzPts val="1400"/>
              <a:buFont typeface="Manrope Medium"/>
              <a:buChar char="○"/>
              <a:defRPr>
                <a:latin typeface="Manrope Medium"/>
                <a:ea typeface="Manrope Medium"/>
                <a:cs typeface="Manrope Medium"/>
                <a:sym typeface="Manrope Medium"/>
              </a:defRPr>
            </a:lvl2pPr>
            <a:lvl3pPr indent="-317500" lvl="2" marL="1371600" algn="ctr">
              <a:spcBef>
                <a:spcPts val="0"/>
              </a:spcBef>
              <a:spcAft>
                <a:spcPts val="0"/>
              </a:spcAft>
              <a:buSzPts val="1400"/>
              <a:buFont typeface="Manrope Medium"/>
              <a:buChar char="■"/>
              <a:defRPr>
                <a:latin typeface="Manrope Medium"/>
                <a:ea typeface="Manrope Medium"/>
                <a:cs typeface="Manrope Medium"/>
                <a:sym typeface="Manrope Medium"/>
              </a:defRPr>
            </a:lvl3pPr>
            <a:lvl4pPr indent="-317500" lvl="3" marL="1828800" algn="ctr">
              <a:spcBef>
                <a:spcPts val="0"/>
              </a:spcBef>
              <a:spcAft>
                <a:spcPts val="0"/>
              </a:spcAft>
              <a:buSzPts val="1400"/>
              <a:buFont typeface="Manrope Medium"/>
              <a:buChar char="●"/>
              <a:defRPr>
                <a:latin typeface="Manrope Medium"/>
                <a:ea typeface="Manrope Medium"/>
                <a:cs typeface="Manrope Medium"/>
                <a:sym typeface="Manrope Medium"/>
              </a:defRPr>
            </a:lvl4pPr>
            <a:lvl5pPr indent="-317500" lvl="4" marL="2286000" algn="ctr">
              <a:spcBef>
                <a:spcPts val="0"/>
              </a:spcBef>
              <a:spcAft>
                <a:spcPts val="0"/>
              </a:spcAft>
              <a:buSzPts val="1400"/>
              <a:buFont typeface="Manrope Medium"/>
              <a:buChar char="○"/>
              <a:defRPr>
                <a:latin typeface="Manrope Medium"/>
                <a:ea typeface="Manrope Medium"/>
                <a:cs typeface="Manrope Medium"/>
                <a:sym typeface="Manrope Medium"/>
              </a:defRPr>
            </a:lvl5pPr>
            <a:lvl6pPr indent="-317500" lvl="5" marL="2743200" algn="ctr">
              <a:spcBef>
                <a:spcPts val="0"/>
              </a:spcBef>
              <a:spcAft>
                <a:spcPts val="0"/>
              </a:spcAft>
              <a:buSzPts val="1400"/>
              <a:buFont typeface="Manrope Medium"/>
              <a:buChar char="■"/>
              <a:defRPr>
                <a:latin typeface="Manrope Medium"/>
                <a:ea typeface="Manrope Medium"/>
                <a:cs typeface="Manrope Medium"/>
                <a:sym typeface="Manrope Medium"/>
              </a:defRPr>
            </a:lvl6pPr>
            <a:lvl7pPr indent="-317500" lvl="6" marL="3200400" algn="ctr">
              <a:spcBef>
                <a:spcPts val="0"/>
              </a:spcBef>
              <a:spcAft>
                <a:spcPts val="0"/>
              </a:spcAft>
              <a:buSzPts val="1400"/>
              <a:buFont typeface="Manrope Medium"/>
              <a:buChar char="●"/>
              <a:defRPr>
                <a:latin typeface="Manrope Medium"/>
                <a:ea typeface="Manrope Medium"/>
                <a:cs typeface="Manrope Medium"/>
                <a:sym typeface="Manrope Medium"/>
              </a:defRPr>
            </a:lvl7pPr>
            <a:lvl8pPr indent="-317500" lvl="7" marL="3657600" algn="ctr">
              <a:spcBef>
                <a:spcPts val="0"/>
              </a:spcBef>
              <a:spcAft>
                <a:spcPts val="0"/>
              </a:spcAft>
              <a:buSzPts val="1400"/>
              <a:buFont typeface="Manrope Medium"/>
              <a:buChar char="○"/>
              <a:defRPr>
                <a:latin typeface="Manrope Medium"/>
                <a:ea typeface="Manrope Medium"/>
                <a:cs typeface="Manrope Medium"/>
                <a:sym typeface="Manrope Medium"/>
              </a:defRPr>
            </a:lvl8pPr>
            <a:lvl9pPr indent="-317500" lvl="8" marL="4114800" algn="ctr">
              <a:spcBef>
                <a:spcPts val="0"/>
              </a:spcBef>
              <a:spcAft>
                <a:spcPts val="0"/>
              </a:spcAft>
              <a:buSzPts val="1400"/>
              <a:buFont typeface="Manrope Medium"/>
              <a:buChar char="■"/>
              <a:defRPr>
                <a:latin typeface="Manrope Medium"/>
                <a:ea typeface="Manrope Medium"/>
                <a:cs typeface="Manrope Medium"/>
                <a:sym typeface="Manrope Medium"/>
              </a:defRPr>
            </a:lvl9pPr>
          </a:lstStyle>
          <a:p/>
        </p:txBody>
      </p:sp>
      <p:sp>
        <p:nvSpPr>
          <p:cNvPr id="285" name="Google Shape;285;p22"/>
          <p:cNvSpPr txBox="1"/>
          <p:nvPr>
            <p:ph type="title"/>
          </p:nvPr>
        </p:nvSpPr>
        <p:spPr>
          <a:xfrm rot="124275">
            <a:off x="5368207" y="536624"/>
            <a:ext cx="3037985" cy="614501"/>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1400"/>
              <a:buNone/>
              <a:defRPr/>
            </a:lvl2pPr>
            <a:lvl3pPr lvl="2" algn="ctr">
              <a:spcBef>
                <a:spcPts val="0"/>
              </a:spcBef>
              <a:spcAft>
                <a:spcPts val="0"/>
              </a:spcAft>
              <a:buClr>
                <a:schemeClr val="lt1"/>
              </a:buClr>
              <a:buSzPts val="1400"/>
              <a:buNone/>
              <a:defRPr/>
            </a:lvl3pPr>
            <a:lvl4pPr lvl="3" algn="ctr">
              <a:spcBef>
                <a:spcPts val="0"/>
              </a:spcBef>
              <a:spcAft>
                <a:spcPts val="0"/>
              </a:spcAft>
              <a:buClr>
                <a:schemeClr val="lt1"/>
              </a:buClr>
              <a:buSzPts val="1400"/>
              <a:buNone/>
              <a:defRPr/>
            </a:lvl4pPr>
            <a:lvl5pPr lvl="4" algn="ctr">
              <a:spcBef>
                <a:spcPts val="0"/>
              </a:spcBef>
              <a:spcAft>
                <a:spcPts val="0"/>
              </a:spcAft>
              <a:buClr>
                <a:schemeClr val="lt1"/>
              </a:buClr>
              <a:buSzPts val="1400"/>
              <a:buNone/>
              <a:defRPr/>
            </a:lvl5pPr>
            <a:lvl6pPr lvl="5" algn="ctr">
              <a:spcBef>
                <a:spcPts val="0"/>
              </a:spcBef>
              <a:spcAft>
                <a:spcPts val="0"/>
              </a:spcAft>
              <a:buClr>
                <a:schemeClr val="lt1"/>
              </a:buClr>
              <a:buSzPts val="1400"/>
              <a:buNone/>
              <a:defRPr/>
            </a:lvl6pPr>
            <a:lvl7pPr lvl="6" algn="ctr">
              <a:spcBef>
                <a:spcPts val="0"/>
              </a:spcBef>
              <a:spcAft>
                <a:spcPts val="0"/>
              </a:spcAft>
              <a:buClr>
                <a:schemeClr val="lt1"/>
              </a:buClr>
              <a:buSzPts val="1400"/>
              <a:buNone/>
              <a:defRPr/>
            </a:lvl7pPr>
            <a:lvl8pPr lvl="7" algn="ctr">
              <a:spcBef>
                <a:spcPts val="0"/>
              </a:spcBef>
              <a:spcAft>
                <a:spcPts val="0"/>
              </a:spcAft>
              <a:buClr>
                <a:schemeClr val="lt1"/>
              </a:buClr>
              <a:buSzPts val="1400"/>
              <a:buNone/>
              <a:defRPr/>
            </a:lvl8pPr>
            <a:lvl9pPr lvl="8" algn="ctr">
              <a:spcBef>
                <a:spcPts val="0"/>
              </a:spcBef>
              <a:spcAft>
                <a:spcPts val="0"/>
              </a:spcAft>
              <a:buClr>
                <a:schemeClr val="lt1"/>
              </a:buClr>
              <a:buSzPts val="1400"/>
              <a:buNone/>
              <a:defRPr/>
            </a:lvl9pPr>
          </a:lstStyle>
          <a:p/>
        </p:txBody>
      </p:sp>
      <p:sp>
        <p:nvSpPr>
          <p:cNvPr id="286" name="Google Shape;286;p22"/>
          <p:cNvSpPr txBox="1"/>
          <p:nvPr>
            <p:ph idx="3" type="body"/>
          </p:nvPr>
        </p:nvSpPr>
        <p:spPr>
          <a:xfrm rot="131721">
            <a:off x="5123776" y="3854495"/>
            <a:ext cx="3281408" cy="616356"/>
          </a:xfrm>
          <a:prstGeom prst="rect">
            <a:avLst/>
          </a:prstGeom>
        </p:spPr>
        <p:txBody>
          <a:bodyPr anchorCtr="0" anchor="ctr" bIns="91425" lIns="91425" spcFirstLastPara="1" rIns="91425" wrap="square" tIns="91425">
            <a:spAutoFit/>
          </a:bodyPr>
          <a:lstStyle>
            <a:lvl1pPr indent="-304800" lvl="0" marL="457200" algn="ctr">
              <a:spcBef>
                <a:spcPts val="0"/>
              </a:spcBef>
              <a:spcAft>
                <a:spcPts val="0"/>
              </a:spcAft>
              <a:buSzPts val="1200"/>
              <a:buFont typeface="Manrope Medium"/>
              <a:buChar char="●"/>
              <a:defRPr>
                <a:latin typeface="Manrope Medium"/>
                <a:ea typeface="Manrope Medium"/>
                <a:cs typeface="Manrope Medium"/>
                <a:sym typeface="Manrope Medium"/>
              </a:defRPr>
            </a:lvl1pPr>
            <a:lvl2pPr indent="-304800" lvl="1" marL="914400" algn="ctr">
              <a:spcBef>
                <a:spcPts val="800"/>
              </a:spcBef>
              <a:spcAft>
                <a:spcPts val="0"/>
              </a:spcAft>
              <a:buSzPts val="1200"/>
              <a:buFont typeface="Manrope Medium"/>
              <a:buChar char="○"/>
              <a:defRPr>
                <a:latin typeface="Manrope Medium"/>
                <a:ea typeface="Manrope Medium"/>
                <a:cs typeface="Manrope Medium"/>
                <a:sym typeface="Manrope Medium"/>
              </a:defRPr>
            </a:lvl2pPr>
            <a:lvl3pPr indent="-304800" lvl="2" marL="1371600" algn="ctr">
              <a:spcBef>
                <a:spcPts val="800"/>
              </a:spcBef>
              <a:spcAft>
                <a:spcPts val="0"/>
              </a:spcAft>
              <a:buSzPts val="1200"/>
              <a:buFont typeface="Manrope Medium"/>
              <a:buChar char="■"/>
              <a:defRPr>
                <a:latin typeface="Manrope Medium"/>
                <a:ea typeface="Manrope Medium"/>
                <a:cs typeface="Manrope Medium"/>
                <a:sym typeface="Manrope Medium"/>
              </a:defRPr>
            </a:lvl3pPr>
            <a:lvl4pPr indent="-304800" lvl="3" marL="1828800" algn="ctr">
              <a:spcBef>
                <a:spcPts val="800"/>
              </a:spcBef>
              <a:spcAft>
                <a:spcPts val="0"/>
              </a:spcAft>
              <a:buSzPts val="1200"/>
              <a:buFont typeface="Manrope Medium"/>
              <a:buChar char="●"/>
              <a:defRPr>
                <a:latin typeface="Manrope Medium"/>
                <a:ea typeface="Manrope Medium"/>
                <a:cs typeface="Manrope Medium"/>
                <a:sym typeface="Manrope Medium"/>
              </a:defRPr>
            </a:lvl4pPr>
            <a:lvl5pPr indent="-304800" lvl="4" marL="2286000" algn="ctr">
              <a:spcBef>
                <a:spcPts val="800"/>
              </a:spcBef>
              <a:spcAft>
                <a:spcPts val="0"/>
              </a:spcAft>
              <a:buSzPts val="1200"/>
              <a:buFont typeface="Manrope Medium"/>
              <a:buChar char="○"/>
              <a:defRPr>
                <a:latin typeface="Manrope Medium"/>
                <a:ea typeface="Manrope Medium"/>
                <a:cs typeface="Manrope Medium"/>
                <a:sym typeface="Manrope Medium"/>
              </a:defRPr>
            </a:lvl5pPr>
            <a:lvl6pPr indent="-304800" lvl="5" marL="2743200" algn="ctr">
              <a:spcBef>
                <a:spcPts val="800"/>
              </a:spcBef>
              <a:spcAft>
                <a:spcPts val="0"/>
              </a:spcAft>
              <a:buSzPts val="1200"/>
              <a:buFont typeface="Manrope Medium"/>
              <a:buChar char="■"/>
              <a:defRPr>
                <a:latin typeface="Manrope Medium"/>
                <a:ea typeface="Manrope Medium"/>
                <a:cs typeface="Manrope Medium"/>
                <a:sym typeface="Manrope Medium"/>
              </a:defRPr>
            </a:lvl6pPr>
            <a:lvl7pPr indent="-304800" lvl="6" marL="3200400" algn="ctr">
              <a:spcBef>
                <a:spcPts val="800"/>
              </a:spcBef>
              <a:spcAft>
                <a:spcPts val="0"/>
              </a:spcAft>
              <a:buSzPts val="1200"/>
              <a:buFont typeface="Manrope Medium"/>
              <a:buChar char="●"/>
              <a:defRPr>
                <a:latin typeface="Manrope Medium"/>
                <a:ea typeface="Manrope Medium"/>
                <a:cs typeface="Manrope Medium"/>
                <a:sym typeface="Manrope Medium"/>
              </a:defRPr>
            </a:lvl7pPr>
            <a:lvl8pPr indent="-304800" lvl="7" marL="3657600" algn="ctr">
              <a:spcBef>
                <a:spcPts val="800"/>
              </a:spcBef>
              <a:spcAft>
                <a:spcPts val="0"/>
              </a:spcAft>
              <a:buSzPts val="1200"/>
              <a:buFont typeface="Manrope Medium"/>
              <a:buChar char="○"/>
              <a:defRPr>
                <a:latin typeface="Manrope Medium"/>
                <a:ea typeface="Manrope Medium"/>
                <a:cs typeface="Manrope Medium"/>
                <a:sym typeface="Manrope Medium"/>
              </a:defRPr>
            </a:lvl8pPr>
            <a:lvl9pPr indent="-304800" lvl="8" marL="4114800" algn="ctr">
              <a:spcBef>
                <a:spcPts val="800"/>
              </a:spcBef>
              <a:spcAft>
                <a:spcPts val="800"/>
              </a:spcAft>
              <a:buSzPts val="1200"/>
              <a:buFont typeface="Manrope Medium"/>
              <a:buChar char="■"/>
              <a:defRPr>
                <a:latin typeface="Manrope Medium"/>
                <a:ea typeface="Manrope Medium"/>
                <a:cs typeface="Manrope Medium"/>
                <a:sym typeface="Manrope Medium"/>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Subtitle">
  <p:cSld name="CUSTOM_1_1_3_1">
    <p:spTree>
      <p:nvGrpSpPr>
        <p:cNvPr id="287" name="Shape 287"/>
        <p:cNvGrpSpPr/>
        <p:nvPr/>
      </p:nvGrpSpPr>
      <p:grpSpPr>
        <a:xfrm>
          <a:off x="0" y="0"/>
          <a:ext cx="0" cy="0"/>
          <a:chOff x="0" y="0"/>
          <a:chExt cx="0" cy="0"/>
        </a:xfrm>
      </p:grpSpPr>
      <p:grpSp>
        <p:nvGrpSpPr>
          <p:cNvPr id="288" name="Google Shape;288;p23"/>
          <p:cNvGrpSpPr/>
          <p:nvPr/>
        </p:nvGrpSpPr>
        <p:grpSpPr>
          <a:xfrm>
            <a:off x="392964" y="576950"/>
            <a:ext cx="8764835" cy="4114800"/>
            <a:chOff x="374175" y="576950"/>
            <a:chExt cx="8783280" cy="4114800"/>
          </a:xfrm>
        </p:grpSpPr>
        <p:cxnSp>
          <p:nvCxnSpPr>
            <p:cNvPr id="289" name="Google Shape;289;p23"/>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90" name="Google Shape;290;p23"/>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91" name="Google Shape;291;p23"/>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92" name="Google Shape;292;p23"/>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93" name="Google Shape;293;p23"/>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94" name="Google Shape;294;p23"/>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95" name="Google Shape;295;p23"/>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96" name="Google Shape;296;p23"/>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297" name="Google Shape;297;p23"/>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cxnSp>
        <p:nvCxnSpPr>
          <p:cNvPr id="298" name="Google Shape;298;p23"/>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299" name="Google Shape;299;p23"/>
          <p:cNvGrpSpPr/>
          <p:nvPr/>
        </p:nvGrpSpPr>
        <p:grpSpPr>
          <a:xfrm>
            <a:off x="114406" y="175123"/>
            <a:ext cx="134104" cy="4750255"/>
            <a:chOff x="114406" y="175123"/>
            <a:chExt cx="134104" cy="4750255"/>
          </a:xfrm>
        </p:grpSpPr>
        <p:grpSp>
          <p:nvGrpSpPr>
            <p:cNvPr id="300" name="Google Shape;300;p23"/>
            <p:cNvGrpSpPr/>
            <p:nvPr/>
          </p:nvGrpSpPr>
          <p:grpSpPr>
            <a:xfrm>
              <a:off x="114406" y="175123"/>
              <a:ext cx="134104" cy="4334807"/>
              <a:chOff x="5432271" y="383100"/>
              <a:chExt cx="137854" cy="4456010"/>
            </a:xfrm>
          </p:grpSpPr>
          <p:grpSp>
            <p:nvGrpSpPr>
              <p:cNvPr id="301" name="Google Shape;301;p23"/>
              <p:cNvGrpSpPr/>
              <p:nvPr/>
            </p:nvGrpSpPr>
            <p:grpSpPr>
              <a:xfrm>
                <a:off x="5432271" y="383100"/>
                <a:ext cx="137854" cy="981668"/>
                <a:chOff x="5432271" y="383100"/>
                <a:chExt cx="137854" cy="981668"/>
              </a:xfrm>
            </p:grpSpPr>
            <p:sp>
              <p:nvSpPr>
                <p:cNvPr id="302" name="Google Shape;302;p23"/>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03" name="Google Shape;303;p23"/>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04" name="Google Shape;304;p23"/>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305" name="Google Shape;305;p23"/>
              <p:cNvGrpSpPr/>
              <p:nvPr/>
            </p:nvGrpSpPr>
            <p:grpSpPr>
              <a:xfrm>
                <a:off x="5432271" y="1678500"/>
                <a:ext cx="137854" cy="981668"/>
                <a:chOff x="5432271" y="383100"/>
                <a:chExt cx="137854" cy="981668"/>
              </a:xfrm>
            </p:grpSpPr>
            <p:sp>
              <p:nvSpPr>
                <p:cNvPr id="306" name="Google Shape;306;p23"/>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07" name="Google Shape;307;p23"/>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08" name="Google Shape;308;p23"/>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309" name="Google Shape;309;p23"/>
              <p:cNvGrpSpPr/>
              <p:nvPr/>
            </p:nvGrpSpPr>
            <p:grpSpPr>
              <a:xfrm>
                <a:off x="5432271" y="2973900"/>
                <a:ext cx="137854" cy="981668"/>
                <a:chOff x="5432271" y="383100"/>
                <a:chExt cx="137854" cy="981668"/>
              </a:xfrm>
            </p:grpSpPr>
            <p:sp>
              <p:nvSpPr>
                <p:cNvPr id="310" name="Google Shape;310;p23"/>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11" name="Google Shape;311;p23"/>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12" name="Google Shape;312;p23"/>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313" name="Google Shape;313;p23"/>
              <p:cNvGrpSpPr/>
              <p:nvPr/>
            </p:nvGrpSpPr>
            <p:grpSpPr>
              <a:xfrm>
                <a:off x="5432271" y="4269300"/>
                <a:ext cx="137854" cy="569810"/>
                <a:chOff x="5432271" y="383100"/>
                <a:chExt cx="137854" cy="569810"/>
              </a:xfrm>
            </p:grpSpPr>
            <p:sp>
              <p:nvSpPr>
                <p:cNvPr id="314" name="Google Shape;314;p23"/>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15" name="Google Shape;315;p23"/>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316" name="Google Shape;316;p23"/>
            <p:cNvSpPr/>
            <p:nvPr/>
          </p:nvSpPr>
          <p:spPr>
            <a:xfrm>
              <a:off x="115150" y="4798178"/>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317" name="Google Shape;317;p23"/>
          <p:cNvSpPr txBox="1"/>
          <p:nvPr>
            <p:ph idx="1" type="subTitle"/>
          </p:nvPr>
        </p:nvSpPr>
        <p:spPr>
          <a:xfrm>
            <a:off x="3063300" y="413950"/>
            <a:ext cx="2445000" cy="911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800"/>
              <a:buFont typeface="Arial"/>
              <a:buNone/>
              <a:defRPr sz="1000">
                <a:latin typeface="Manrope Medium"/>
                <a:ea typeface="Manrope Medium"/>
                <a:cs typeface="Manrope Medium"/>
                <a:sym typeface="Manrope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8" name="Google Shape;318;p23"/>
          <p:cNvSpPr txBox="1"/>
          <p:nvPr>
            <p:ph type="title"/>
          </p:nvPr>
        </p:nvSpPr>
        <p:spPr>
          <a:xfrm>
            <a:off x="513300" y="419950"/>
            <a:ext cx="2641500" cy="10158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BLANK_1_1_1_1_1_1_1_1_1_1_1_1_1_1_1">
    <p:bg>
      <p:bgPr>
        <a:solidFill>
          <a:schemeClr val="lt1"/>
        </a:solidFill>
      </p:bgPr>
    </p:bg>
    <p:spTree>
      <p:nvGrpSpPr>
        <p:cNvPr id="319" name="Shape 319"/>
        <p:cNvGrpSpPr/>
        <p:nvPr/>
      </p:nvGrpSpPr>
      <p:grpSpPr>
        <a:xfrm>
          <a:off x="0" y="0"/>
          <a:ext cx="0" cy="0"/>
          <a:chOff x="0" y="0"/>
          <a:chExt cx="0" cy="0"/>
        </a:xfrm>
      </p:grpSpPr>
      <p:sp>
        <p:nvSpPr>
          <p:cNvPr id="320" name="Google Shape;320;p24"/>
          <p:cNvSpPr txBox="1"/>
          <p:nvPr>
            <p:ph idx="1" type="body"/>
          </p:nvPr>
        </p:nvSpPr>
        <p:spPr>
          <a:xfrm rot="-188853">
            <a:off x="683183" y="2219155"/>
            <a:ext cx="1890452" cy="1486342"/>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Clr>
                <a:schemeClr val="dk1"/>
              </a:buClr>
              <a:buSzPts val="1200"/>
              <a:buNone/>
              <a:defRPr sz="1000">
                <a:solidFill>
                  <a:schemeClr val="dk1"/>
                </a:solidFill>
                <a:latin typeface="Manrope Medium"/>
                <a:ea typeface="Manrope Medium"/>
                <a:cs typeface="Manrope Medium"/>
                <a:sym typeface="Manrope Medium"/>
              </a:defRPr>
            </a:lvl1pPr>
            <a:lvl2pPr indent="-292100" lvl="1" marL="914400">
              <a:spcBef>
                <a:spcPts val="10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2pPr>
            <a:lvl3pPr indent="-292100" lvl="2" marL="1371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3pPr>
            <a:lvl4pPr indent="-292100" lvl="3" marL="1828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4pPr>
            <a:lvl5pPr indent="-292100" lvl="4" marL="22860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5pPr>
            <a:lvl6pPr indent="-292100" lvl="5" marL="27432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6pPr>
            <a:lvl7pPr indent="-292100" lvl="6" marL="32004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7pPr>
            <a:lvl8pPr indent="-292100" lvl="7" marL="3657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8pPr>
            <a:lvl9pPr indent="-292100" lvl="8" marL="4114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9pPr>
          </a:lstStyle>
          <a:p/>
        </p:txBody>
      </p:sp>
      <p:grpSp>
        <p:nvGrpSpPr>
          <p:cNvPr id="321" name="Google Shape;321;p24"/>
          <p:cNvGrpSpPr/>
          <p:nvPr/>
        </p:nvGrpSpPr>
        <p:grpSpPr>
          <a:xfrm>
            <a:off x="8663938" y="3954675"/>
            <a:ext cx="502925" cy="1209925"/>
            <a:chOff x="8642600" y="3954675"/>
            <a:chExt cx="502925" cy="1209925"/>
          </a:xfrm>
        </p:grpSpPr>
        <p:sp>
          <p:nvSpPr>
            <p:cNvPr id="322" name="Google Shape;322;p24"/>
            <p:cNvSpPr/>
            <p:nvPr/>
          </p:nvSpPr>
          <p:spPr>
            <a:xfrm>
              <a:off x="8642600" y="3954675"/>
              <a:ext cx="502925" cy="1196325"/>
            </a:xfrm>
            <a:custGeom>
              <a:rect b="b" l="l" r="r" t="t"/>
              <a:pathLst>
                <a:path extrusionOk="0" h="47853" w="20117">
                  <a:moveTo>
                    <a:pt x="20117" y="0"/>
                  </a:moveTo>
                  <a:lnTo>
                    <a:pt x="20117" y="47853"/>
                  </a:lnTo>
                  <a:lnTo>
                    <a:pt x="0" y="47853"/>
                  </a:lnTo>
                  <a:close/>
                </a:path>
              </a:pathLst>
            </a:custGeom>
            <a:solidFill>
              <a:schemeClr val="dk1"/>
            </a:solidFill>
            <a:ln>
              <a:noFill/>
            </a:ln>
          </p:spPr>
        </p:sp>
        <p:cxnSp>
          <p:nvCxnSpPr>
            <p:cNvPr id="323" name="Google Shape;323;p24"/>
            <p:cNvCxnSpPr/>
            <p:nvPr/>
          </p:nvCxnSpPr>
          <p:spPr>
            <a:xfrm flipH="1">
              <a:off x="8779700" y="4349200"/>
              <a:ext cx="358200" cy="815400"/>
            </a:xfrm>
            <a:prstGeom prst="straightConnector1">
              <a:avLst/>
            </a:prstGeom>
            <a:noFill/>
            <a:ln cap="flat" cmpd="sng" w="9525">
              <a:solidFill>
                <a:schemeClr val="lt1"/>
              </a:solidFill>
              <a:prstDash val="solid"/>
              <a:round/>
              <a:headEnd len="sm" w="sm" type="none"/>
              <a:tailEnd len="sm" w="sm" type="none"/>
            </a:ln>
          </p:spPr>
        </p:cxnSp>
      </p:grpSp>
      <p:sp>
        <p:nvSpPr>
          <p:cNvPr id="324" name="Google Shape;324;p24"/>
          <p:cNvSpPr txBox="1"/>
          <p:nvPr>
            <p:ph idx="2" type="body"/>
          </p:nvPr>
        </p:nvSpPr>
        <p:spPr>
          <a:xfrm rot="124964">
            <a:off x="5014631" y="765881"/>
            <a:ext cx="1890349" cy="1486281"/>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Clr>
                <a:schemeClr val="dk1"/>
              </a:buClr>
              <a:buSzPts val="1200"/>
              <a:buNone/>
              <a:defRPr sz="1000">
                <a:solidFill>
                  <a:schemeClr val="dk1"/>
                </a:solidFill>
                <a:latin typeface="Manrope Medium"/>
                <a:ea typeface="Manrope Medium"/>
                <a:cs typeface="Manrope Medium"/>
                <a:sym typeface="Manrope Medium"/>
              </a:defRPr>
            </a:lvl1pPr>
            <a:lvl2pPr indent="-292100" lvl="1" marL="914400">
              <a:spcBef>
                <a:spcPts val="10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2pPr>
            <a:lvl3pPr indent="-292100" lvl="2" marL="1371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3pPr>
            <a:lvl4pPr indent="-292100" lvl="3" marL="1828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4pPr>
            <a:lvl5pPr indent="-292100" lvl="4" marL="22860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5pPr>
            <a:lvl6pPr indent="-292100" lvl="5" marL="27432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6pPr>
            <a:lvl7pPr indent="-292100" lvl="6" marL="32004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7pPr>
            <a:lvl8pPr indent="-292100" lvl="7" marL="3657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8pPr>
            <a:lvl9pPr indent="-292100" lvl="8" marL="4114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9pPr>
          </a:lstStyle>
          <a:p/>
        </p:txBody>
      </p:sp>
      <p:sp>
        <p:nvSpPr>
          <p:cNvPr id="325" name="Google Shape;325;p24"/>
          <p:cNvSpPr txBox="1"/>
          <p:nvPr>
            <p:ph idx="3" type="body"/>
          </p:nvPr>
        </p:nvSpPr>
        <p:spPr>
          <a:xfrm rot="351430">
            <a:off x="3021711" y="3296608"/>
            <a:ext cx="1890268" cy="1486173"/>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Clr>
                <a:schemeClr val="dk1"/>
              </a:buClr>
              <a:buSzPts val="1200"/>
              <a:buNone/>
              <a:defRPr sz="1000">
                <a:solidFill>
                  <a:schemeClr val="dk1"/>
                </a:solidFill>
                <a:latin typeface="Manrope Medium"/>
                <a:ea typeface="Manrope Medium"/>
                <a:cs typeface="Manrope Medium"/>
                <a:sym typeface="Manrope Medium"/>
              </a:defRPr>
            </a:lvl1pPr>
            <a:lvl2pPr indent="-292100" lvl="1" marL="914400">
              <a:spcBef>
                <a:spcPts val="10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2pPr>
            <a:lvl3pPr indent="-292100" lvl="2" marL="13716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3pPr>
            <a:lvl4pPr indent="-292100" lvl="3" marL="18288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4pPr>
            <a:lvl5pPr indent="-292100" lvl="4" marL="22860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5pPr>
            <a:lvl6pPr indent="-292100" lvl="5" marL="27432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6pPr>
            <a:lvl7pPr indent="-292100" lvl="6" marL="32004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7pPr>
            <a:lvl8pPr indent="-292100" lvl="7" marL="36576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8pPr>
            <a:lvl9pPr indent="-292100" lvl="8" marL="4114800">
              <a:spcBef>
                <a:spcPts val="800"/>
              </a:spcBef>
              <a:spcAft>
                <a:spcPts val="80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9pPr>
          </a:lstStyle>
          <a:p/>
        </p:txBody>
      </p:sp>
      <p:sp>
        <p:nvSpPr>
          <p:cNvPr id="326" name="Google Shape;326;p24"/>
          <p:cNvSpPr txBox="1"/>
          <p:nvPr>
            <p:ph idx="4" type="body"/>
          </p:nvPr>
        </p:nvSpPr>
        <p:spPr>
          <a:xfrm rot="3819">
            <a:off x="6728901" y="3168092"/>
            <a:ext cx="1890601" cy="1485901"/>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Clr>
                <a:schemeClr val="dk1"/>
              </a:buClr>
              <a:buSzPts val="1200"/>
              <a:buNone/>
              <a:defRPr sz="1000">
                <a:solidFill>
                  <a:schemeClr val="dk1"/>
                </a:solidFill>
                <a:latin typeface="Manrope Medium"/>
                <a:ea typeface="Manrope Medium"/>
                <a:cs typeface="Manrope Medium"/>
                <a:sym typeface="Manrope Medium"/>
              </a:defRPr>
            </a:lvl1pPr>
            <a:lvl2pPr indent="-292100" lvl="1" marL="914400">
              <a:spcBef>
                <a:spcPts val="10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2pPr>
            <a:lvl3pPr indent="-292100" lvl="2" marL="1371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3pPr>
            <a:lvl4pPr indent="-292100" lvl="3" marL="1828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4pPr>
            <a:lvl5pPr indent="-292100" lvl="4" marL="22860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5pPr>
            <a:lvl6pPr indent="-292100" lvl="5" marL="27432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6pPr>
            <a:lvl7pPr indent="-292100" lvl="6" marL="32004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7pPr>
            <a:lvl8pPr indent="-292100" lvl="7" marL="3657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8pPr>
            <a:lvl9pPr indent="-292100" lvl="8" marL="4114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9pPr>
          </a:lstStyle>
          <a:p/>
        </p:txBody>
      </p:sp>
      <p:sp>
        <p:nvSpPr>
          <p:cNvPr id="327" name="Google Shape;327;p24"/>
          <p:cNvSpPr txBox="1"/>
          <p:nvPr>
            <p:ph type="title"/>
          </p:nvPr>
        </p:nvSpPr>
        <p:spPr>
          <a:xfrm>
            <a:off x="513300" y="375350"/>
            <a:ext cx="2796300" cy="651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400"/>
              <a:buNone/>
              <a:defRPr b="0" sz="2400">
                <a:solidFill>
                  <a:schemeClr val="dk1"/>
                </a:solidFill>
              </a:defRPr>
            </a:lvl1pPr>
            <a:lvl2pPr lvl="1">
              <a:spcBef>
                <a:spcPts val="0"/>
              </a:spcBef>
              <a:spcAft>
                <a:spcPts val="0"/>
              </a:spcAft>
              <a:buClr>
                <a:schemeClr val="lt1"/>
              </a:buClr>
              <a:buSzPts val="2400"/>
              <a:buNone/>
              <a:defRPr sz="2400"/>
            </a:lvl2pPr>
            <a:lvl3pPr lvl="2">
              <a:spcBef>
                <a:spcPts val="0"/>
              </a:spcBef>
              <a:spcAft>
                <a:spcPts val="0"/>
              </a:spcAft>
              <a:buClr>
                <a:schemeClr val="lt1"/>
              </a:buClr>
              <a:buSzPts val="2400"/>
              <a:buNone/>
              <a:defRPr sz="2400"/>
            </a:lvl3pPr>
            <a:lvl4pPr lvl="3">
              <a:spcBef>
                <a:spcPts val="0"/>
              </a:spcBef>
              <a:spcAft>
                <a:spcPts val="0"/>
              </a:spcAft>
              <a:buClr>
                <a:schemeClr val="lt1"/>
              </a:buClr>
              <a:buSzPts val="2400"/>
              <a:buNone/>
              <a:defRPr sz="2400"/>
            </a:lvl4pPr>
            <a:lvl5pPr lvl="4">
              <a:spcBef>
                <a:spcPts val="0"/>
              </a:spcBef>
              <a:spcAft>
                <a:spcPts val="0"/>
              </a:spcAft>
              <a:buClr>
                <a:schemeClr val="lt1"/>
              </a:buClr>
              <a:buSzPts val="2400"/>
              <a:buNone/>
              <a:defRPr sz="2400"/>
            </a:lvl5pPr>
            <a:lvl6pPr lvl="5">
              <a:spcBef>
                <a:spcPts val="0"/>
              </a:spcBef>
              <a:spcAft>
                <a:spcPts val="0"/>
              </a:spcAft>
              <a:buClr>
                <a:schemeClr val="lt1"/>
              </a:buClr>
              <a:buSzPts val="2400"/>
              <a:buNone/>
              <a:defRPr sz="2400"/>
            </a:lvl6pPr>
            <a:lvl7pPr lvl="6">
              <a:spcBef>
                <a:spcPts val="0"/>
              </a:spcBef>
              <a:spcAft>
                <a:spcPts val="0"/>
              </a:spcAft>
              <a:buClr>
                <a:schemeClr val="lt1"/>
              </a:buClr>
              <a:buSzPts val="2400"/>
              <a:buNone/>
              <a:defRPr sz="2400"/>
            </a:lvl7pPr>
            <a:lvl8pPr lvl="7">
              <a:spcBef>
                <a:spcPts val="0"/>
              </a:spcBef>
              <a:spcAft>
                <a:spcPts val="0"/>
              </a:spcAft>
              <a:buClr>
                <a:schemeClr val="lt1"/>
              </a:buClr>
              <a:buSzPts val="2400"/>
              <a:buNone/>
              <a:defRPr sz="2400"/>
            </a:lvl8pPr>
            <a:lvl9pPr lvl="8">
              <a:spcBef>
                <a:spcPts val="0"/>
              </a:spcBef>
              <a:spcAft>
                <a:spcPts val="0"/>
              </a:spcAft>
              <a:buClr>
                <a:schemeClr val="lt1"/>
              </a:buClr>
              <a:buSzPts val="2400"/>
              <a:buNone/>
              <a:defRPr sz="2400"/>
            </a:lvl9pPr>
          </a:lstStyle>
          <a:p/>
        </p:txBody>
      </p:sp>
      <p:sp>
        <p:nvSpPr>
          <p:cNvPr id="328" name="Google Shape;328;p24"/>
          <p:cNvSpPr txBox="1"/>
          <p:nvPr>
            <p:ph idx="5" type="subTitle"/>
          </p:nvPr>
        </p:nvSpPr>
        <p:spPr>
          <a:xfrm rot="-226014">
            <a:off x="619152" y="1527866"/>
            <a:ext cx="1890484" cy="547784"/>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2pPr>
            <a:lvl3pPr lvl="2"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3pPr>
            <a:lvl4pPr lvl="3"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4pPr>
            <a:lvl5pPr lvl="4"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5pPr>
            <a:lvl6pPr lvl="5"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6pPr>
            <a:lvl7pPr lvl="6"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7pPr>
            <a:lvl8pPr lvl="7"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8pPr>
            <a:lvl9pPr lvl="8" algn="ctr">
              <a:lnSpc>
                <a:spcPct val="100000"/>
              </a:lnSpc>
              <a:spcBef>
                <a:spcPts val="800"/>
              </a:spcBef>
              <a:spcAft>
                <a:spcPts val="800"/>
              </a:spcAft>
              <a:buClr>
                <a:schemeClr val="dk1"/>
              </a:buClr>
              <a:buSzPts val="3000"/>
              <a:buFont typeface="Anton"/>
              <a:buNone/>
              <a:defRPr sz="3000">
                <a:solidFill>
                  <a:schemeClr val="dk1"/>
                </a:solidFill>
                <a:latin typeface="Anton"/>
                <a:ea typeface="Anton"/>
                <a:cs typeface="Anton"/>
                <a:sym typeface="Anton"/>
              </a:defRPr>
            </a:lvl9pPr>
          </a:lstStyle>
          <a:p/>
        </p:txBody>
      </p:sp>
      <p:sp>
        <p:nvSpPr>
          <p:cNvPr id="329" name="Google Shape;329;p24"/>
          <p:cNvSpPr txBox="1"/>
          <p:nvPr>
            <p:ph idx="6" type="subTitle"/>
          </p:nvPr>
        </p:nvSpPr>
        <p:spPr>
          <a:xfrm rot="126162">
            <a:off x="5024491" y="108292"/>
            <a:ext cx="1970527" cy="549668"/>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2pPr>
            <a:lvl3pPr lvl="2"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3pPr>
            <a:lvl4pPr lvl="3"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4pPr>
            <a:lvl5pPr lvl="4"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5pPr>
            <a:lvl6pPr lvl="5"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6pPr>
            <a:lvl7pPr lvl="6"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7pPr>
            <a:lvl8pPr lvl="7"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8pPr>
            <a:lvl9pPr lvl="8" algn="ctr">
              <a:lnSpc>
                <a:spcPct val="100000"/>
              </a:lnSpc>
              <a:spcBef>
                <a:spcPts val="800"/>
              </a:spcBef>
              <a:spcAft>
                <a:spcPts val="800"/>
              </a:spcAft>
              <a:buClr>
                <a:schemeClr val="dk1"/>
              </a:buClr>
              <a:buSzPts val="3000"/>
              <a:buFont typeface="Anton"/>
              <a:buNone/>
              <a:defRPr sz="3000">
                <a:solidFill>
                  <a:schemeClr val="dk1"/>
                </a:solidFill>
                <a:latin typeface="Anton"/>
                <a:ea typeface="Anton"/>
                <a:cs typeface="Anton"/>
                <a:sym typeface="Anton"/>
              </a:defRPr>
            </a:lvl9pPr>
          </a:lstStyle>
          <a:p/>
        </p:txBody>
      </p:sp>
      <p:sp>
        <p:nvSpPr>
          <p:cNvPr id="330" name="Google Shape;330;p24"/>
          <p:cNvSpPr txBox="1"/>
          <p:nvPr>
            <p:ph idx="7" type="subTitle"/>
          </p:nvPr>
        </p:nvSpPr>
        <p:spPr>
          <a:xfrm rot="348762">
            <a:off x="3115150" y="2659506"/>
            <a:ext cx="1943191" cy="546097"/>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2pPr>
            <a:lvl3pPr lvl="2"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3pPr>
            <a:lvl4pPr lvl="3"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4pPr>
            <a:lvl5pPr lvl="4"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5pPr>
            <a:lvl6pPr lvl="5"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6pPr>
            <a:lvl7pPr lvl="6"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7pPr>
            <a:lvl8pPr lvl="7"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8pPr>
            <a:lvl9pPr lvl="8" algn="ctr">
              <a:lnSpc>
                <a:spcPct val="100000"/>
              </a:lnSpc>
              <a:spcBef>
                <a:spcPts val="800"/>
              </a:spcBef>
              <a:spcAft>
                <a:spcPts val="800"/>
              </a:spcAft>
              <a:buClr>
                <a:schemeClr val="dk1"/>
              </a:buClr>
              <a:buSzPts val="3000"/>
              <a:buFont typeface="Anton"/>
              <a:buNone/>
              <a:defRPr sz="3000">
                <a:solidFill>
                  <a:schemeClr val="dk1"/>
                </a:solidFill>
                <a:latin typeface="Anton"/>
                <a:ea typeface="Anton"/>
                <a:cs typeface="Anton"/>
                <a:sym typeface="Anton"/>
              </a:defRPr>
            </a:lvl9pPr>
          </a:lstStyle>
          <a:p/>
        </p:txBody>
      </p:sp>
      <p:sp>
        <p:nvSpPr>
          <p:cNvPr id="331" name="Google Shape;331;p24"/>
          <p:cNvSpPr txBox="1"/>
          <p:nvPr>
            <p:ph idx="8" type="subTitle"/>
          </p:nvPr>
        </p:nvSpPr>
        <p:spPr>
          <a:xfrm rot="-59757">
            <a:off x="6687978" y="2476634"/>
            <a:ext cx="1915789" cy="549684"/>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2pPr>
            <a:lvl3pPr lvl="2"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3pPr>
            <a:lvl4pPr lvl="3"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4pPr>
            <a:lvl5pPr lvl="4"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5pPr>
            <a:lvl6pPr lvl="5"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6pPr>
            <a:lvl7pPr lvl="6"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7pPr>
            <a:lvl8pPr lvl="7"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8pPr>
            <a:lvl9pPr lvl="8" algn="ctr">
              <a:lnSpc>
                <a:spcPct val="100000"/>
              </a:lnSpc>
              <a:spcBef>
                <a:spcPts val="800"/>
              </a:spcBef>
              <a:spcAft>
                <a:spcPts val="800"/>
              </a:spcAft>
              <a:buClr>
                <a:schemeClr val="dk1"/>
              </a:buClr>
              <a:buSzPts val="3000"/>
              <a:buFont typeface="Anton"/>
              <a:buNone/>
              <a:defRPr sz="3000">
                <a:solidFill>
                  <a:schemeClr val="dk1"/>
                </a:solidFill>
                <a:latin typeface="Anton"/>
                <a:ea typeface="Anton"/>
                <a:cs typeface="Anton"/>
                <a:sym typeface="Anton"/>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BLANK_1_1_1_1_1_1_1_1">
    <p:bg>
      <p:bgPr>
        <a:solidFill>
          <a:schemeClr val="lt1"/>
        </a:solidFill>
      </p:bgPr>
    </p:bg>
    <p:spTree>
      <p:nvGrpSpPr>
        <p:cNvPr id="332" name="Shape 332"/>
        <p:cNvGrpSpPr/>
        <p:nvPr/>
      </p:nvGrpSpPr>
      <p:grpSpPr>
        <a:xfrm>
          <a:off x="0" y="0"/>
          <a:ext cx="0" cy="0"/>
          <a:chOff x="0" y="0"/>
          <a:chExt cx="0" cy="0"/>
        </a:xfrm>
      </p:grpSpPr>
      <p:sp>
        <p:nvSpPr>
          <p:cNvPr id="333" name="Google Shape;333;p25"/>
          <p:cNvSpPr txBox="1"/>
          <p:nvPr>
            <p:ph type="title"/>
          </p:nvPr>
        </p:nvSpPr>
        <p:spPr>
          <a:xfrm>
            <a:off x="508875" y="874875"/>
            <a:ext cx="3003300" cy="557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3000"/>
              <a:buNone/>
              <a:defRPr b="0">
                <a:solidFill>
                  <a:schemeClr val="dk1"/>
                </a:solidFill>
              </a:defRPr>
            </a:lvl1pPr>
            <a:lvl2pPr lvl="1">
              <a:lnSpc>
                <a:spcPct val="100000"/>
              </a:lnSpc>
              <a:spcBef>
                <a:spcPts val="0"/>
              </a:spcBef>
              <a:spcAft>
                <a:spcPts val="0"/>
              </a:spcAft>
              <a:buClr>
                <a:schemeClr val="dk1"/>
              </a:buClr>
              <a:buSzPts val="1400"/>
              <a:buNone/>
              <a:defRPr>
                <a:solidFill>
                  <a:schemeClr val="dk1"/>
                </a:solidFill>
              </a:defRPr>
            </a:lvl2pPr>
            <a:lvl3pPr lvl="2">
              <a:lnSpc>
                <a:spcPct val="100000"/>
              </a:lnSpc>
              <a:spcBef>
                <a:spcPts val="0"/>
              </a:spcBef>
              <a:spcAft>
                <a:spcPts val="0"/>
              </a:spcAft>
              <a:buClr>
                <a:schemeClr val="dk1"/>
              </a:buClr>
              <a:buSzPts val="1400"/>
              <a:buNone/>
              <a:defRPr>
                <a:solidFill>
                  <a:schemeClr val="dk1"/>
                </a:solidFill>
              </a:defRPr>
            </a:lvl3pPr>
            <a:lvl4pPr lvl="3">
              <a:lnSpc>
                <a:spcPct val="100000"/>
              </a:lnSpc>
              <a:spcBef>
                <a:spcPts val="0"/>
              </a:spcBef>
              <a:spcAft>
                <a:spcPts val="0"/>
              </a:spcAft>
              <a:buClr>
                <a:schemeClr val="dk1"/>
              </a:buClr>
              <a:buSzPts val="1400"/>
              <a:buNone/>
              <a:defRPr>
                <a:solidFill>
                  <a:schemeClr val="dk1"/>
                </a:solidFill>
              </a:defRPr>
            </a:lvl4pPr>
            <a:lvl5pPr lvl="4">
              <a:lnSpc>
                <a:spcPct val="100000"/>
              </a:lnSpc>
              <a:spcBef>
                <a:spcPts val="0"/>
              </a:spcBef>
              <a:spcAft>
                <a:spcPts val="0"/>
              </a:spcAft>
              <a:buClr>
                <a:schemeClr val="dk1"/>
              </a:buClr>
              <a:buSzPts val="1400"/>
              <a:buNone/>
              <a:defRPr>
                <a:solidFill>
                  <a:schemeClr val="dk1"/>
                </a:solidFill>
              </a:defRPr>
            </a:lvl5pPr>
            <a:lvl6pPr lvl="5">
              <a:lnSpc>
                <a:spcPct val="100000"/>
              </a:lnSpc>
              <a:spcBef>
                <a:spcPts val="0"/>
              </a:spcBef>
              <a:spcAft>
                <a:spcPts val="0"/>
              </a:spcAft>
              <a:buClr>
                <a:schemeClr val="dk1"/>
              </a:buClr>
              <a:buSzPts val="1400"/>
              <a:buNone/>
              <a:defRPr>
                <a:solidFill>
                  <a:schemeClr val="dk1"/>
                </a:solidFill>
              </a:defRPr>
            </a:lvl6pPr>
            <a:lvl7pPr lvl="6">
              <a:lnSpc>
                <a:spcPct val="100000"/>
              </a:lnSpc>
              <a:spcBef>
                <a:spcPts val="0"/>
              </a:spcBef>
              <a:spcAft>
                <a:spcPts val="0"/>
              </a:spcAft>
              <a:buClr>
                <a:schemeClr val="dk1"/>
              </a:buClr>
              <a:buSzPts val="1400"/>
              <a:buNone/>
              <a:defRPr>
                <a:solidFill>
                  <a:schemeClr val="dk1"/>
                </a:solidFill>
              </a:defRPr>
            </a:lvl7pPr>
            <a:lvl8pPr lvl="7">
              <a:lnSpc>
                <a:spcPct val="100000"/>
              </a:lnSpc>
              <a:spcBef>
                <a:spcPts val="0"/>
              </a:spcBef>
              <a:spcAft>
                <a:spcPts val="0"/>
              </a:spcAft>
              <a:buClr>
                <a:schemeClr val="dk1"/>
              </a:buClr>
              <a:buSzPts val="1400"/>
              <a:buNone/>
              <a:defRPr>
                <a:solidFill>
                  <a:schemeClr val="dk1"/>
                </a:solidFill>
              </a:defRPr>
            </a:lvl8pPr>
            <a:lvl9pPr lvl="8">
              <a:lnSpc>
                <a:spcPct val="100000"/>
              </a:lnSpc>
              <a:spcBef>
                <a:spcPts val="0"/>
              </a:spcBef>
              <a:spcAft>
                <a:spcPts val="0"/>
              </a:spcAft>
              <a:buClr>
                <a:schemeClr val="dk1"/>
              </a:buClr>
              <a:buSzPts val="1400"/>
              <a:buNone/>
              <a:defRPr>
                <a:solidFill>
                  <a:schemeClr val="dk1"/>
                </a:solidFill>
              </a:defRPr>
            </a:lvl9pPr>
          </a:lstStyle>
          <a:p/>
        </p:txBody>
      </p:sp>
      <p:sp>
        <p:nvSpPr>
          <p:cNvPr id="334" name="Google Shape;334;p25"/>
          <p:cNvSpPr txBox="1"/>
          <p:nvPr/>
        </p:nvSpPr>
        <p:spPr>
          <a:xfrm>
            <a:off x="5712000" y="3474850"/>
            <a:ext cx="732900" cy="366600"/>
          </a:xfrm>
          <a:prstGeom prst="rect">
            <a:avLst/>
          </a:prstGeom>
          <a:noFill/>
          <a:ln>
            <a:noFill/>
          </a:ln>
        </p:spPr>
        <p:txBody>
          <a:bodyPr anchorCtr="0" anchor="t" bIns="91425" lIns="0" spcFirstLastPara="1" rIns="91425" wrap="square" tIns="91425">
            <a:noAutofit/>
          </a:bodyPr>
          <a:lstStyle/>
          <a:p>
            <a:pPr indent="0" lvl="0" marL="0" rtl="0" algn="l">
              <a:lnSpc>
                <a:spcPct val="60000"/>
              </a:lnSpc>
              <a:spcBef>
                <a:spcPts val="0"/>
              </a:spcBef>
              <a:spcAft>
                <a:spcPts val="0"/>
              </a:spcAft>
              <a:buSzPts val="7200"/>
              <a:buNone/>
            </a:pPr>
            <a:r>
              <a:rPr lang="en" sz="7200">
                <a:solidFill>
                  <a:schemeClr val="lt1"/>
                </a:solidFill>
                <a:latin typeface="Manrope ExtraBold"/>
                <a:ea typeface="Manrope ExtraBold"/>
                <a:cs typeface="Manrope ExtraBold"/>
                <a:sym typeface="Manrope ExtraBold"/>
              </a:rPr>
              <a:t>“</a:t>
            </a:r>
            <a:endParaRPr i="1" sz="7200">
              <a:solidFill>
                <a:schemeClr val="lt1"/>
              </a:solidFill>
              <a:latin typeface="Manrope ExtraBold"/>
              <a:ea typeface="Manrope ExtraBold"/>
              <a:cs typeface="Manrope ExtraBold"/>
              <a:sym typeface="Manrope ExtraBold"/>
            </a:endParaRPr>
          </a:p>
        </p:txBody>
      </p:sp>
      <p:sp>
        <p:nvSpPr>
          <p:cNvPr id="335" name="Google Shape;335;p25"/>
          <p:cNvSpPr txBox="1"/>
          <p:nvPr>
            <p:ph idx="1" type="body"/>
          </p:nvPr>
        </p:nvSpPr>
        <p:spPr>
          <a:xfrm>
            <a:off x="508875" y="1539275"/>
            <a:ext cx="3488400" cy="11823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Clr>
                <a:schemeClr val="dk1"/>
              </a:buClr>
              <a:buSzPts val="1200"/>
              <a:buNone/>
              <a:defRPr>
                <a:solidFill>
                  <a:schemeClr val="dk1"/>
                </a:solidFill>
              </a:defRPr>
            </a:lvl1pPr>
            <a:lvl2pPr indent="-228600" lvl="1" marL="914400">
              <a:lnSpc>
                <a:spcPct val="100000"/>
              </a:lnSpc>
              <a:spcBef>
                <a:spcPts val="0"/>
              </a:spcBef>
              <a:spcAft>
                <a:spcPts val="0"/>
              </a:spcAft>
              <a:buClr>
                <a:schemeClr val="dk1"/>
              </a:buClr>
              <a:buSzPts val="1200"/>
              <a:buNone/>
              <a:defRPr>
                <a:solidFill>
                  <a:schemeClr val="dk1"/>
                </a:solidFill>
              </a:defRPr>
            </a:lvl2pPr>
            <a:lvl3pPr indent="-228600" lvl="2" marL="1371600">
              <a:lnSpc>
                <a:spcPct val="100000"/>
              </a:lnSpc>
              <a:spcBef>
                <a:spcPts val="0"/>
              </a:spcBef>
              <a:spcAft>
                <a:spcPts val="0"/>
              </a:spcAft>
              <a:buClr>
                <a:schemeClr val="dk1"/>
              </a:buClr>
              <a:buSzPts val="1200"/>
              <a:buNone/>
              <a:defRPr>
                <a:solidFill>
                  <a:schemeClr val="dk1"/>
                </a:solidFill>
              </a:defRPr>
            </a:lvl3pPr>
            <a:lvl4pPr indent="-228600" lvl="3" marL="1828800">
              <a:lnSpc>
                <a:spcPct val="100000"/>
              </a:lnSpc>
              <a:spcBef>
                <a:spcPts val="0"/>
              </a:spcBef>
              <a:spcAft>
                <a:spcPts val="0"/>
              </a:spcAft>
              <a:buClr>
                <a:schemeClr val="dk1"/>
              </a:buClr>
              <a:buSzPts val="1200"/>
              <a:buNone/>
              <a:defRPr>
                <a:solidFill>
                  <a:schemeClr val="dk1"/>
                </a:solidFill>
              </a:defRPr>
            </a:lvl4pPr>
            <a:lvl5pPr indent="-228600" lvl="4" marL="2286000">
              <a:lnSpc>
                <a:spcPct val="100000"/>
              </a:lnSpc>
              <a:spcBef>
                <a:spcPts val="0"/>
              </a:spcBef>
              <a:spcAft>
                <a:spcPts val="0"/>
              </a:spcAft>
              <a:buClr>
                <a:schemeClr val="dk1"/>
              </a:buClr>
              <a:buSzPts val="1200"/>
              <a:buNone/>
              <a:defRPr>
                <a:solidFill>
                  <a:schemeClr val="dk1"/>
                </a:solidFill>
              </a:defRPr>
            </a:lvl5pPr>
            <a:lvl6pPr indent="-228600" lvl="5" marL="2743200">
              <a:lnSpc>
                <a:spcPct val="100000"/>
              </a:lnSpc>
              <a:spcBef>
                <a:spcPts val="0"/>
              </a:spcBef>
              <a:spcAft>
                <a:spcPts val="0"/>
              </a:spcAft>
              <a:buClr>
                <a:schemeClr val="dk1"/>
              </a:buClr>
              <a:buSzPts val="1200"/>
              <a:buNone/>
              <a:defRPr>
                <a:solidFill>
                  <a:schemeClr val="dk1"/>
                </a:solidFill>
              </a:defRPr>
            </a:lvl6pPr>
            <a:lvl7pPr indent="-228600" lvl="6" marL="3200400">
              <a:lnSpc>
                <a:spcPct val="100000"/>
              </a:lnSpc>
              <a:spcBef>
                <a:spcPts val="0"/>
              </a:spcBef>
              <a:spcAft>
                <a:spcPts val="0"/>
              </a:spcAft>
              <a:buClr>
                <a:schemeClr val="dk1"/>
              </a:buClr>
              <a:buSzPts val="1200"/>
              <a:buNone/>
              <a:defRPr>
                <a:solidFill>
                  <a:schemeClr val="dk1"/>
                </a:solidFill>
              </a:defRPr>
            </a:lvl7pPr>
            <a:lvl8pPr indent="-228600" lvl="7" marL="3657600">
              <a:lnSpc>
                <a:spcPct val="100000"/>
              </a:lnSpc>
              <a:spcBef>
                <a:spcPts val="0"/>
              </a:spcBef>
              <a:spcAft>
                <a:spcPts val="0"/>
              </a:spcAft>
              <a:buClr>
                <a:schemeClr val="dk1"/>
              </a:buClr>
              <a:buSzPts val="1200"/>
              <a:buNone/>
              <a:defRPr>
                <a:solidFill>
                  <a:schemeClr val="dk1"/>
                </a:solidFill>
              </a:defRPr>
            </a:lvl8pPr>
            <a:lvl9pPr indent="-228600" lvl="8" marL="4114800">
              <a:lnSpc>
                <a:spcPct val="100000"/>
              </a:lnSpc>
              <a:spcBef>
                <a:spcPts val="0"/>
              </a:spcBef>
              <a:spcAft>
                <a:spcPts val="0"/>
              </a:spcAft>
              <a:buClr>
                <a:schemeClr val="dk1"/>
              </a:buClr>
              <a:buSzPts val="1200"/>
              <a:buNone/>
              <a:defRPr>
                <a:solidFill>
                  <a:schemeClr val="dk1"/>
                </a:solidFill>
              </a:defRPr>
            </a:lvl9pPr>
          </a:lstStyle>
          <a:p/>
        </p:txBody>
      </p:sp>
      <p:sp>
        <p:nvSpPr>
          <p:cNvPr id="336" name="Google Shape;336;p25"/>
          <p:cNvSpPr txBox="1"/>
          <p:nvPr>
            <p:ph idx="2" type="title"/>
          </p:nvPr>
        </p:nvSpPr>
        <p:spPr>
          <a:xfrm rot="-173518">
            <a:off x="5146753" y="4343806"/>
            <a:ext cx="1974114" cy="245408"/>
          </a:xfrm>
          <a:prstGeom prst="rect">
            <a:avLst/>
          </a:prstGeom>
          <a:solidFill>
            <a:schemeClr val="dk1"/>
          </a:solidFill>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1000"/>
              <a:buFont typeface="Manrope"/>
              <a:buNone/>
              <a:defRPr b="0" sz="1000">
                <a:latin typeface="Manrope"/>
                <a:ea typeface="Manrope"/>
                <a:cs typeface="Manrope"/>
                <a:sym typeface="Manrope"/>
              </a:defRPr>
            </a:lvl1pPr>
            <a:lvl2pPr lvl="1">
              <a:spcBef>
                <a:spcPts val="0"/>
              </a:spcBef>
              <a:spcAft>
                <a:spcPts val="0"/>
              </a:spcAft>
              <a:buClr>
                <a:schemeClr val="lt1"/>
              </a:buClr>
              <a:buSzPts val="1400"/>
              <a:buFont typeface="Manrope"/>
              <a:buNone/>
              <a:defRPr>
                <a:latin typeface="Manrope"/>
                <a:ea typeface="Manrope"/>
                <a:cs typeface="Manrope"/>
                <a:sym typeface="Manrope"/>
              </a:defRPr>
            </a:lvl2pPr>
            <a:lvl3pPr lvl="2">
              <a:spcBef>
                <a:spcPts val="0"/>
              </a:spcBef>
              <a:spcAft>
                <a:spcPts val="0"/>
              </a:spcAft>
              <a:buClr>
                <a:schemeClr val="lt1"/>
              </a:buClr>
              <a:buSzPts val="1400"/>
              <a:buFont typeface="Manrope"/>
              <a:buNone/>
              <a:defRPr>
                <a:latin typeface="Manrope"/>
                <a:ea typeface="Manrope"/>
                <a:cs typeface="Manrope"/>
                <a:sym typeface="Manrope"/>
              </a:defRPr>
            </a:lvl3pPr>
            <a:lvl4pPr lvl="3">
              <a:spcBef>
                <a:spcPts val="0"/>
              </a:spcBef>
              <a:spcAft>
                <a:spcPts val="0"/>
              </a:spcAft>
              <a:buClr>
                <a:schemeClr val="lt1"/>
              </a:buClr>
              <a:buSzPts val="1400"/>
              <a:buFont typeface="Manrope"/>
              <a:buNone/>
              <a:defRPr>
                <a:latin typeface="Manrope"/>
                <a:ea typeface="Manrope"/>
                <a:cs typeface="Manrope"/>
                <a:sym typeface="Manrope"/>
              </a:defRPr>
            </a:lvl4pPr>
            <a:lvl5pPr lvl="4">
              <a:spcBef>
                <a:spcPts val="0"/>
              </a:spcBef>
              <a:spcAft>
                <a:spcPts val="0"/>
              </a:spcAft>
              <a:buClr>
                <a:schemeClr val="lt1"/>
              </a:buClr>
              <a:buSzPts val="1400"/>
              <a:buFont typeface="Manrope"/>
              <a:buNone/>
              <a:defRPr>
                <a:latin typeface="Manrope"/>
                <a:ea typeface="Manrope"/>
                <a:cs typeface="Manrope"/>
                <a:sym typeface="Manrope"/>
              </a:defRPr>
            </a:lvl5pPr>
            <a:lvl6pPr lvl="5">
              <a:spcBef>
                <a:spcPts val="0"/>
              </a:spcBef>
              <a:spcAft>
                <a:spcPts val="0"/>
              </a:spcAft>
              <a:buClr>
                <a:schemeClr val="lt1"/>
              </a:buClr>
              <a:buSzPts val="1400"/>
              <a:buFont typeface="Manrope"/>
              <a:buNone/>
              <a:defRPr>
                <a:latin typeface="Manrope"/>
                <a:ea typeface="Manrope"/>
                <a:cs typeface="Manrope"/>
                <a:sym typeface="Manrope"/>
              </a:defRPr>
            </a:lvl6pPr>
            <a:lvl7pPr lvl="6">
              <a:spcBef>
                <a:spcPts val="0"/>
              </a:spcBef>
              <a:spcAft>
                <a:spcPts val="0"/>
              </a:spcAft>
              <a:buClr>
                <a:schemeClr val="lt1"/>
              </a:buClr>
              <a:buSzPts val="1400"/>
              <a:buFont typeface="Manrope"/>
              <a:buNone/>
              <a:defRPr>
                <a:latin typeface="Manrope"/>
                <a:ea typeface="Manrope"/>
                <a:cs typeface="Manrope"/>
                <a:sym typeface="Manrope"/>
              </a:defRPr>
            </a:lvl7pPr>
            <a:lvl8pPr lvl="7">
              <a:spcBef>
                <a:spcPts val="0"/>
              </a:spcBef>
              <a:spcAft>
                <a:spcPts val="0"/>
              </a:spcAft>
              <a:buClr>
                <a:schemeClr val="lt1"/>
              </a:buClr>
              <a:buSzPts val="1400"/>
              <a:buFont typeface="Manrope"/>
              <a:buNone/>
              <a:defRPr>
                <a:latin typeface="Manrope"/>
                <a:ea typeface="Manrope"/>
                <a:cs typeface="Manrope"/>
                <a:sym typeface="Manrope"/>
              </a:defRPr>
            </a:lvl8pPr>
            <a:lvl9pPr lvl="8">
              <a:spcBef>
                <a:spcPts val="0"/>
              </a:spcBef>
              <a:spcAft>
                <a:spcPts val="0"/>
              </a:spcAft>
              <a:buClr>
                <a:schemeClr val="lt1"/>
              </a:buClr>
              <a:buSzPts val="1400"/>
              <a:buFont typeface="Manrope"/>
              <a:buNone/>
              <a:defRPr>
                <a:latin typeface="Manrope"/>
                <a:ea typeface="Manrope"/>
                <a:cs typeface="Manrope"/>
                <a:sym typeface="Manrope"/>
              </a:defRPr>
            </a:lvl9pPr>
          </a:lstStyle>
          <a:p/>
        </p:txBody>
      </p:sp>
      <p:sp>
        <p:nvSpPr>
          <p:cNvPr id="337" name="Google Shape;337;p25"/>
          <p:cNvSpPr/>
          <p:nvPr/>
        </p:nvSpPr>
        <p:spPr>
          <a:xfrm>
            <a:off x="8352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38" name="Google Shape;338;p25"/>
          <p:cNvSpPr/>
          <p:nvPr/>
        </p:nvSpPr>
        <p:spPr>
          <a:xfrm>
            <a:off x="32736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39" name="Google Shape;339;p25"/>
          <p:cNvSpPr/>
          <p:nvPr/>
        </p:nvSpPr>
        <p:spPr>
          <a:xfrm>
            <a:off x="57120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40" name="Google Shape;340;p25"/>
          <p:cNvSpPr/>
          <p:nvPr/>
        </p:nvSpPr>
        <p:spPr>
          <a:xfrm>
            <a:off x="81504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cxnSp>
        <p:nvCxnSpPr>
          <p:cNvPr id="341" name="Google Shape;341;p25"/>
          <p:cNvCxnSpPr/>
          <p:nvPr/>
        </p:nvCxnSpPr>
        <p:spPr>
          <a:xfrm>
            <a:off x="0" y="457191"/>
            <a:ext cx="9140400" cy="0"/>
          </a:xfrm>
          <a:prstGeom prst="straightConnector1">
            <a:avLst/>
          </a:prstGeom>
          <a:noFill/>
          <a:ln cap="flat" cmpd="sng" w="9525">
            <a:solidFill>
              <a:schemeClr val="accent4"/>
            </a:solidFill>
            <a:prstDash val="solid"/>
            <a:round/>
            <a:headEnd len="sm" w="sm" type="none"/>
            <a:tailEnd len="sm" w="sm" type="none"/>
          </a:ln>
        </p:spPr>
      </p:cxnSp>
      <p:cxnSp>
        <p:nvCxnSpPr>
          <p:cNvPr id="342" name="Google Shape;342;p25"/>
          <p:cNvCxnSpPr/>
          <p:nvPr/>
        </p:nvCxnSpPr>
        <p:spPr>
          <a:xfrm>
            <a:off x="0" y="524791"/>
            <a:ext cx="9140400" cy="0"/>
          </a:xfrm>
          <a:prstGeom prst="straightConnector1">
            <a:avLst/>
          </a:prstGeom>
          <a:noFill/>
          <a:ln cap="flat" cmpd="sng" w="9525">
            <a:solidFill>
              <a:schemeClr val="accent4"/>
            </a:solidFill>
            <a:prstDash val="solid"/>
            <a:round/>
            <a:headEnd len="sm" w="sm" type="none"/>
            <a:tailEnd len="sm" w="sm" type="none"/>
          </a:ln>
        </p:spPr>
      </p:cxnSp>
      <p:sp>
        <p:nvSpPr>
          <p:cNvPr id="343" name="Google Shape;343;p25"/>
          <p:cNvSpPr txBox="1"/>
          <p:nvPr>
            <p:ph idx="3" type="title"/>
          </p:nvPr>
        </p:nvSpPr>
        <p:spPr>
          <a:xfrm rot="-130161">
            <a:off x="5805931" y="3651002"/>
            <a:ext cx="2662908" cy="733131"/>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000"/>
              <a:buNone/>
              <a:defRPr sz="1000">
                <a:solidFill>
                  <a:schemeClr val="dk1"/>
                </a:solidFill>
                <a:latin typeface="Manrope"/>
                <a:ea typeface="Manrope"/>
                <a:cs typeface="Manrope"/>
                <a:sym typeface="Manrope"/>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extLst>
    <p:ext uri="{DCECCB84-F9BA-43D5-87BE-67443E8EF086}">
      <p15:sldGuideLst>
        <p15:guide id="1" pos="325">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BLANK_1_1_1_1_1_1_1_1_2">
    <p:spTree>
      <p:nvGrpSpPr>
        <p:cNvPr id="344" name="Shape 344"/>
        <p:cNvGrpSpPr/>
        <p:nvPr/>
      </p:nvGrpSpPr>
      <p:grpSpPr>
        <a:xfrm>
          <a:off x="0" y="0"/>
          <a:ext cx="0" cy="0"/>
          <a:chOff x="0" y="0"/>
          <a:chExt cx="0" cy="0"/>
        </a:xfrm>
      </p:grpSpPr>
      <p:grpSp>
        <p:nvGrpSpPr>
          <p:cNvPr id="345" name="Google Shape;345;p26"/>
          <p:cNvGrpSpPr/>
          <p:nvPr/>
        </p:nvGrpSpPr>
        <p:grpSpPr>
          <a:xfrm>
            <a:off x="0" y="-6300"/>
            <a:ext cx="9143705" cy="5150040"/>
            <a:chOff x="11751" y="-6300"/>
            <a:chExt cx="9190577" cy="5150040"/>
          </a:xfrm>
        </p:grpSpPr>
        <p:grpSp>
          <p:nvGrpSpPr>
            <p:cNvPr id="346" name="Google Shape;346;p26"/>
            <p:cNvGrpSpPr/>
            <p:nvPr/>
          </p:nvGrpSpPr>
          <p:grpSpPr>
            <a:xfrm>
              <a:off x="11751" y="-6300"/>
              <a:ext cx="4777902" cy="2703033"/>
              <a:chOff x="11750" y="-6290"/>
              <a:chExt cx="9125100" cy="5162400"/>
            </a:xfrm>
          </p:grpSpPr>
          <p:cxnSp>
            <p:nvCxnSpPr>
              <p:cNvPr id="347" name="Google Shape;347;p26"/>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48" name="Google Shape;348;p26"/>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49" name="Google Shape;349;p26"/>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0" name="Google Shape;350;p26"/>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1" name="Google Shape;351;p26"/>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2" name="Google Shape;352;p26"/>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3" name="Google Shape;353;p26"/>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4" name="Google Shape;354;p26"/>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5" name="Google Shape;355;p26"/>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6" name="Google Shape;356;p26"/>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7" name="Google Shape;357;p26"/>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8" name="Google Shape;358;p26"/>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59" name="Google Shape;359;p26"/>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0" name="Google Shape;360;p26"/>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1" name="Google Shape;361;p26"/>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2" name="Google Shape;362;p26"/>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3" name="Google Shape;363;p26"/>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4" name="Google Shape;364;p26"/>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5" name="Google Shape;365;p26"/>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6" name="Google Shape;366;p26"/>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7" name="Google Shape;367;p26"/>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68" name="Google Shape;368;p26"/>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369" name="Google Shape;369;p26"/>
            <p:cNvGrpSpPr/>
            <p:nvPr/>
          </p:nvGrpSpPr>
          <p:grpSpPr>
            <a:xfrm>
              <a:off x="11751" y="2440707"/>
              <a:ext cx="4777902" cy="2703033"/>
              <a:chOff x="11750" y="-6290"/>
              <a:chExt cx="9125100" cy="5162400"/>
            </a:xfrm>
          </p:grpSpPr>
          <p:cxnSp>
            <p:nvCxnSpPr>
              <p:cNvPr id="370" name="Google Shape;370;p26"/>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1" name="Google Shape;371;p26"/>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2" name="Google Shape;372;p26"/>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3" name="Google Shape;373;p26"/>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4" name="Google Shape;374;p26"/>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5" name="Google Shape;375;p26"/>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6" name="Google Shape;376;p26"/>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7" name="Google Shape;377;p26"/>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8" name="Google Shape;378;p26"/>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79" name="Google Shape;379;p26"/>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80" name="Google Shape;380;p26"/>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81" name="Google Shape;381;p26"/>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82" name="Google Shape;382;p26"/>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83" name="Google Shape;383;p26"/>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84" name="Google Shape;384;p26"/>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85" name="Google Shape;385;p26"/>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86" name="Google Shape;386;p26"/>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87" name="Google Shape;387;p26"/>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88" name="Google Shape;388;p26"/>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89" name="Google Shape;389;p26"/>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90" name="Google Shape;390;p26"/>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391" name="Google Shape;391;p26"/>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392" name="Google Shape;392;p26"/>
            <p:cNvGrpSpPr/>
            <p:nvPr/>
          </p:nvGrpSpPr>
          <p:grpSpPr>
            <a:xfrm>
              <a:off x="4424426" y="-6300"/>
              <a:ext cx="4777902" cy="2703033"/>
              <a:chOff x="11750" y="-6290"/>
              <a:chExt cx="9125100" cy="5162400"/>
            </a:xfrm>
          </p:grpSpPr>
          <p:cxnSp>
            <p:nvCxnSpPr>
              <p:cNvPr id="393" name="Google Shape;393;p26"/>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94" name="Google Shape;394;p26"/>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95" name="Google Shape;395;p26"/>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96" name="Google Shape;396;p26"/>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97" name="Google Shape;397;p26"/>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98" name="Google Shape;398;p26"/>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399" name="Google Shape;399;p26"/>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00" name="Google Shape;400;p26"/>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01" name="Google Shape;401;p26"/>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02" name="Google Shape;402;p26"/>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03" name="Google Shape;403;p26"/>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04" name="Google Shape;404;p26"/>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05" name="Google Shape;405;p26"/>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06" name="Google Shape;406;p26"/>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07" name="Google Shape;407;p26"/>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08" name="Google Shape;408;p26"/>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09" name="Google Shape;409;p26"/>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10" name="Google Shape;410;p26"/>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11" name="Google Shape;411;p26"/>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12" name="Google Shape;412;p26"/>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13" name="Google Shape;413;p26"/>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14" name="Google Shape;414;p26"/>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415" name="Google Shape;415;p26"/>
            <p:cNvGrpSpPr/>
            <p:nvPr/>
          </p:nvGrpSpPr>
          <p:grpSpPr>
            <a:xfrm>
              <a:off x="4424426" y="2440707"/>
              <a:ext cx="4777902" cy="2703033"/>
              <a:chOff x="11750" y="-6290"/>
              <a:chExt cx="9125100" cy="5162400"/>
            </a:xfrm>
          </p:grpSpPr>
          <p:cxnSp>
            <p:nvCxnSpPr>
              <p:cNvPr id="416" name="Google Shape;416;p26"/>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17" name="Google Shape;417;p26"/>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18" name="Google Shape;418;p26"/>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19" name="Google Shape;419;p26"/>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20" name="Google Shape;420;p26"/>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21" name="Google Shape;421;p26"/>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22" name="Google Shape;422;p26"/>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23" name="Google Shape;423;p26"/>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24" name="Google Shape;424;p26"/>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25" name="Google Shape;425;p26"/>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26" name="Google Shape;426;p26"/>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27" name="Google Shape;427;p26"/>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428" name="Google Shape;428;p26"/>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29" name="Google Shape;429;p26"/>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30" name="Google Shape;430;p26"/>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31" name="Google Shape;431;p26"/>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32" name="Google Shape;432;p26"/>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33" name="Google Shape;433;p26"/>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34" name="Google Shape;434;p26"/>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35" name="Google Shape;435;p26"/>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36" name="Google Shape;436;p26"/>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437" name="Google Shape;437;p26"/>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sp>
        <p:nvSpPr>
          <p:cNvPr id="438" name="Google Shape;438;p26"/>
          <p:cNvSpPr txBox="1"/>
          <p:nvPr>
            <p:ph type="title"/>
          </p:nvPr>
        </p:nvSpPr>
        <p:spPr>
          <a:xfrm>
            <a:off x="508875" y="874875"/>
            <a:ext cx="3003300" cy="557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3000"/>
              <a:buNone/>
              <a:defRPr b="0"/>
            </a:lvl1pPr>
            <a:lvl2pPr lvl="1">
              <a:lnSpc>
                <a:spcPct val="100000"/>
              </a:lnSpc>
              <a:spcBef>
                <a:spcPts val="0"/>
              </a:spcBef>
              <a:spcAft>
                <a:spcPts val="0"/>
              </a:spcAft>
              <a:buClr>
                <a:schemeClr val="lt1"/>
              </a:buClr>
              <a:buSzPts val="1400"/>
              <a:buNone/>
              <a:defRPr/>
            </a:lvl2pPr>
            <a:lvl3pPr lvl="2">
              <a:lnSpc>
                <a:spcPct val="100000"/>
              </a:lnSpc>
              <a:spcBef>
                <a:spcPts val="0"/>
              </a:spcBef>
              <a:spcAft>
                <a:spcPts val="0"/>
              </a:spcAft>
              <a:buClr>
                <a:schemeClr val="lt1"/>
              </a:buClr>
              <a:buSzPts val="1400"/>
              <a:buNone/>
              <a:defRPr/>
            </a:lvl3pPr>
            <a:lvl4pPr lvl="3">
              <a:lnSpc>
                <a:spcPct val="100000"/>
              </a:lnSpc>
              <a:spcBef>
                <a:spcPts val="0"/>
              </a:spcBef>
              <a:spcAft>
                <a:spcPts val="0"/>
              </a:spcAft>
              <a:buClr>
                <a:schemeClr val="lt1"/>
              </a:buClr>
              <a:buSzPts val="1400"/>
              <a:buNone/>
              <a:defRPr/>
            </a:lvl4pPr>
            <a:lvl5pPr lvl="4">
              <a:lnSpc>
                <a:spcPct val="100000"/>
              </a:lnSpc>
              <a:spcBef>
                <a:spcPts val="0"/>
              </a:spcBef>
              <a:spcAft>
                <a:spcPts val="0"/>
              </a:spcAft>
              <a:buClr>
                <a:schemeClr val="lt1"/>
              </a:buClr>
              <a:buSzPts val="1400"/>
              <a:buNone/>
              <a:defRPr/>
            </a:lvl5pPr>
            <a:lvl6pPr lvl="5">
              <a:lnSpc>
                <a:spcPct val="100000"/>
              </a:lnSpc>
              <a:spcBef>
                <a:spcPts val="0"/>
              </a:spcBef>
              <a:spcAft>
                <a:spcPts val="0"/>
              </a:spcAft>
              <a:buClr>
                <a:schemeClr val="lt1"/>
              </a:buClr>
              <a:buSzPts val="1400"/>
              <a:buNone/>
              <a:defRPr/>
            </a:lvl6pPr>
            <a:lvl7pPr lvl="6">
              <a:lnSpc>
                <a:spcPct val="100000"/>
              </a:lnSpc>
              <a:spcBef>
                <a:spcPts val="0"/>
              </a:spcBef>
              <a:spcAft>
                <a:spcPts val="0"/>
              </a:spcAft>
              <a:buClr>
                <a:schemeClr val="lt1"/>
              </a:buClr>
              <a:buSzPts val="1400"/>
              <a:buNone/>
              <a:defRPr/>
            </a:lvl7pPr>
            <a:lvl8pPr lvl="7">
              <a:lnSpc>
                <a:spcPct val="100000"/>
              </a:lnSpc>
              <a:spcBef>
                <a:spcPts val="0"/>
              </a:spcBef>
              <a:spcAft>
                <a:spcPts val="0"/>
              </a:spcAft>
              <a:buClr>
                <a:schemeClr val="lt1"/>
              </a:buClr>
              <a:buSzPts val="1400"/>
              <a:buNone/>
              <a:defRPr/>
            </a:lvl8pPr>
            <a:lvl9pPr lvl="8">
              <a:lnSpc>
                <a:spcPct val="100000"/>
              </a:lnSpc>
              <a:spcBef>
                <a:spcPts val="0"/>
              </a:spcBef>
              <a:spcAft>
                <a:spcPts val="0"/>
              </a:spcAft>
              <a:buClr>
                <a:schemeClr val="lt1"/>
              </a:buClr>
              <a:buSzPts val="1400"/>
              <a:buNone/>
              <a:defRPr/>
            </a:lvl9pPr>
          </a:lstStyle>
          <a:p/>
        </p:txBody>
      </p:sp>
      <p:sp>
        <p:nvSpPr>
          <p:cNvPr id="439" name="Google Shape;439;p26"/>
          <p:cNvSpPr txBox="1"/>
          <p:nvPr>
            <p:ph idx="1" type="body"/>
          </p:nvPr>
        </p:nvSpPr>
        <p:spPr>
          <a:xfrm>
            <a:off x="508875" y="1539275"/>
            <a:ext cx="3488400" cy="11823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200"/>
              <a:buNone/>
              <a:defRPr/>
            </a:lvl1pPr>
            <a:lvl2pPr indent="-228600" lvl="1" marL="914400">
              <a:lnSpc>
                <a:spcPct val="100000"/>
              </a:lnSpc>
              <a:spcBef>
                <a:spcPts val="0"/>
              </a:spcBef>
              <a:spcAft>
                <a:spcPts val="0"/>
              </a:spcAft>
              <a:buSzPts val="1200"/>
              <a:buNone/>
              <a:defRPr/>
            </a:lvl2pPr>
            <a:lvl3pPr indent="-228600" lvl="2" marL="1371600">
              <a:lnSpc>
                <a:spcPct val="100000"/>
              </a:lnSpc>
              <a:spcBef>
                <a:spcPts val="0"/>
              </a:spcBef>
              <a:spcAft>
                <a:spcPts val="0"/>
              </a:spcAft>
              <a:buSzPts val="1200"/>
              <a:buNone/>
              <a:defRPr/>
            </a:lvl3pPr>
            <a:lvl4pPr indent="-228600" lvl="3" marL="1828800">
              <a:lnSpc>
                <a:spcPct val="100000"/>
              </a:lnSpc>
              <a:spcBef>
                <a:spcPts val="0"/>
              </a:spcBef>
              <a:spcAft>
                <a:spcPts val="0"/>
              </a:spcAft>
              <a:buSzPts val="1200"/>
              <a:buNone/>
              <a:defRPr/>
            </a:lvl4pPr>
            <a:lvl5pPr indent="-228600" lvl="4" marL="2286000">
              <a:lnSpc>
                <a:spcPct val="100000"/>
              </a:lnSpc>
              <a:spcBef>
                <a:spcPts val="0"/>
              </a:spcBef>
              <a:spcAft>
                <a:spcPts val="0"/>
              </a:spcAft>
              <a:buSzPts val="1200"/>
              <a:buNone/>
              <a:defRPr/>
            </a:lvl5pPr>
            <a:lvl6pPr indent="-228600" lvl="5" marL="2743200">
              <a:lnSpc>
                <a:spcPct val="100000"/>
              </a:lnSpc>
              <a:spcBef>
                <a:spcPts val="0"/>
              </a:spcBef>
              <a:spcAft>
                <a:spcPts val="0"/>
              </a:spcAft>
              <a:buSzPts val="1200"/>
              <a:buNone/>
              <a:defRPr/>
            </a:lvl6pPr>
            <a:lvl7pPr indent="-228600" lvl="6" marL="3200400">
              <a:lnSpc>
                <a:spcPct val="100000"/>
              </a:lnSpc>
              <a:spcBef>
                <a:spcPts val="0"/>
              </a:spcBef>
              <a:spcAft>
                <a:spcPts val="0"/>
              </a:spcAft>
              <a:buSzPts val="1200"/>
              <a:buNone/>
              <a:defRPr/>
            </a:lvl7pPr>
            <a:lvl8pPr indent="-228600" lvl="7" marL="3657600">
              <a:lnSpc>
                <a:spcPct val="100000"/>
              </a:lnSpc>
              <a:spcBef>
                <a:spcPts val="0"/>
              </a:spcBef>
              <a:spcAft>
                <a:spcPts val="0"/>
              </a:spcAft>
              <a:buSzPts val="1200"/>
              <a:buNone/>
              <a:defRPr/>
            </a:lvl8pPr>
            <a:lvl9pPr indent="-228600" lvl="8" marL="4114800">
              <a:lnSpc>
                <a:spcPct val="100000"/>
              </a:lnSpc>
              <a:spcBef>
                <a:spcPts val="0"/>
              </a:spcBef>
              <a:spcAft>
                <a:spcPts val="0"/>
              </a:spcAft>
              <a:buSzPts val="1200"/>
              <a:buNone/>
              <a:defRPr/>
            </a:lvl9pPr>
          </a:lstStyle>
          <a:p/>
        </p:txBody>
      </p:sp>
      <p:sp>
        <p:nvSpPr>
          <p:cNvPr id="440" name="Google Shape;440;p26"/>
          <p:cNvSpPr txBox="1"/>
          <p:nvPr>
            <p:ph idx="2" type="title"/>
          </p:nvPr>
        </p:nvSpPr>
        <p:spPr>
          <a:xfrm rot="-173518">
            <a:off x="5146753" y="4388081"/>
            <a:ext cx="1974114" cy="245408"/>
          </a:xfrm>
          <a:prstGeom prst="rect">
            <a:avLst/>
          </a:prstGeom>
          <a:solidFill>
            <a:schemeClr val="accent6"/>
          </a:solidFill>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1000"/>
              <a:buNone/>
              <a:defRPr sz="1000">
                <a:latin typeface="Manrope"/>
                <a:ea typeface="Manrope"/>
                <a:cs typeface="Manrope"/>
                <a:sym typeface="Manrop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441" name="Google Shape;441;p26"/>
          <p:cNvSpPr txBox="1"/>
          <p:nvPr>
            <p:ph idx="3" type="title"/>
          </p:nvPr>
        </p:nvSpPr>
        <p:spPr>
          <a:xfrm rot="-130161">
            <a:off x="5801505" y="3629872"/>
            <a:ext cx="2662908" cy="632256"/>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000"/>
              <a:buNone/>
              <a:defRPr sz="1000">
                <a:latin typeface="Manrope"/>
                <a:ea typeface="Manrope"/>
                <a:cs typeface="Manrope"/>
                <a:sym typeface="Manrop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extLst>
    <p:ext uri="{DCECCB84-F9BA-43D5-87BE-67443E8EF086}">
      <p15:sldGuideLst>
        <p15:guide id="1" pos="325">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BLANK_1_1_1_1_1_1_1">
    <p:spTree>
      <p:nvGrpSpPr>
        <p:cNvPr id="442" name="Shape 442"/>
        <p:cNvGrpSpPr/>
        <p:nvPr/>
      </p:nvGrpSpPr>
      <p:grpSpPr>
        <a:xfrm>
          <a:off x="0" y="0"/>
          <a:ext cx="0" cy="0"/>
          <a:chOff x="0" y="0"/>
          <a:chExt cx="0" cy="0"/>
        </a:xfrm>
      </p:grpSpPr>
      <p:grpSp>
        <p:nvGrpSpPr>
          <p:cNvPr id="443" name="Google Shape;443;p27"/>
          <p:cNvGrpSpPr/>
          <p:nvPr/>
        </p:nvGrpSpPr>
        <p:grpSpPr>
          <a:xfrm>
            <a:off x="0" y="939481"/>
            <a:ext cx="9144000" cy="3964219"/>
            <a:chOff x="0" y="939481"/>
            <a:chExt cx="9144000" cy="3964219"/>
          </a:xfrm>
        </p:grpSpPr>
        <p:cxnSp>
          <p:nvCxnSpPr>
            <p:cNvPr id="444" name="Google Shape;444;p27"/>
            <p:cNvCxnSpPr/>
            <p:nvPr/>
          </p:nvCxnSpPr>
          <p:spPr>
            <a:xfrm>
              <a:off x="0" y="939481"/>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45" name="Google Shape;445;p27"/>
            <p:cNvCxnSpPr/>
            <p:nvPr/>
          </p:nvCxnSpPr>
          <p:spPr>
            <a:xfrm>
              <a:off x="0" y="28463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46" name="Google Shape;446;p27"/>
            <p:cNvCxnSpPr/>
            <p:nvPr/>
          </p:nvCxnSpPr>
          <p:spPr>
            <a:xfrm>
              <a:off x="0" y="30749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47" name="Google Shape;447;p27"/>
            <p:cNvCxnSpPr/>
            <p:nvPr/>
          </p:nvCxnSpPr>
          <p:spPr>
            <a:xfrm>
              <a:off x="0" y="33035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48" name="Google Shape;448;p27"/>
            <p:cNvCxnSpPr/>
            <p:nvPr/>
          </p:nvCxnSpPr>
          <p:spPr>
            <a:xfrm>
              <a:off x="0" y="35321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49" name="Google Shape;449;p27"/>
            <p:cNvCxnSpPr/>
            <p:nvPr/>
          </p:nvCxnSpPr>
          <p:spPr>
            <a:xfrm>
              <a:off x="0" y="37607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50" name="Google Shape;450;p27"/>
            <p:cNvCxnSpPr/>
            <p:nvPr/>
          </p:nvCxnSpPr>
          <p:spPr>
            <a:xfrm>
              <a:off x="0" y="39893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51" name="Google Shape;451;p27"/>
            <p:cNvCxnSpPr/>
            <p:nvPr/>
          </p:nvCxnSpPr>
          <p:spPr>
            <a:xfrm>
              <a:off x="0" y="42179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52" name="Google Shape;452;p27"/>
            <p:cNvCxnSpPr/>
            <p:nvPr/>
          </p:nvCxnSpPr>
          <p:spPr>
            <a:xfrm>
              <a:off x="0" y="44465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53" name="Google Shape;453;p27"/>
            <p:cNvCxnSpPr/>
            <p:nvPr/>
          </p:nvCxnSpPr>
          <p:spPr>
            <a:xfrm>
              <a:off x="0" y="46751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454" name="Google Shape;454;p27"/>
            <p:cNvCxnSpPr/>
            <p:nvPr/>
          </p:nvCxnSpPr>
          <p:spPr>
            <a:xfrm>
              <a:off x="0" y="4903700"/>
              <a:ext cx="9144000" cy="0"/>
            </a:xfrm>
            <a:prstGeom prst="straightConnector1">
              <a:avLst/>
            </a:prstGeom>
            <a:noFill/>
            <a:ln cap="flat" cmpd="sng" w="9525">
              <a:solidFill>
                <a:schemeClr val="accent5"/>
              </a:solidFill>
              <a:prstDash val="solid"/>
              <a:round/>
              <a:headEnd len="sm" w="sm" type="none"/>
              <a:tailEnd len="sm" w="sm" type="none"/>
            </a:ln>
          </p:spPr>
        </p:cxnSp>
      </p:grpSp>
      <p:sp>
        <p:nvSpPr>
          <p:cNvPr id="455" name="Google Shape;455;p27"/>
          <p:cNvSpPr/>
          <p:nvPr/>
        </p:nvSpPr>
        <p:spPr>
          <a:xfrm rot="341415">
            <a:off x="4870163" y="329972"/>
            <a:ext cx="3279862" cy="4606714"/>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nvGrpSpPr>
          <p:cNvPr id="456" name="Google Shape;456;p27"/>
          <p:cNvGrpSpPr/>
          <p:nvPr/>
        </p:nvGrpSpPr>
        <p:grpSpPr>
          <a:xfrm rot="341264">
            <a:off x="4864199" y="350512"/>
            <a:ext cx="184449" cy="4334311"/>
            <a:chOff x="5380497" y="383100"/>
            <a:chExt cx="189628" cy="4456010"/>
          </a:xfrm>
        </p:grpSpPr>
        <p:grpSp>
          <p:nvGrpSpPr>
            <p:cNvPr id="457" name="Google Shape;457;p27"/>
            <p:cNvGrpSpPr/>
            <p:nvPr/>
          </p:nvGrpSpPr>
          <p:grpSpPr>
            <a:xfrm>
              <a:off x="5380497" y="383100"/>
              <a:ext cx="189628" cy="981668"/>
              <a:chOff x="5380497" y="383100"/>
              <a:chExt cx="189628" cy="981668"/>
            </a:xfrm>
          </p:grpSpPr>
          <p:grpSp>
            <p:nvGrpSpPr>
              <p:cNvPr id="458" name="Google Shape;458;p27"/>
              <p:cNvGrpSpPr/>
              <p:nvPr/>
            </p:nvGrpSpPr>
            <p:grpSpPr>
              <a:xfrm>
                <a:off x="5380497" y="383100"/>
                <a:ext cx="187974" cy="130800"/>
                <a:chOff x="4804925" y="764100"/>
                <a:chExt cx="187974" cy="130800"/>
              </a:xfrm>
            </p:grpSpPr>
            <p:sp>
              <p:nvSpPr>
                <p:cNvPr id="459" name="Google Shape;459;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60" name="Google Shape;460;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61" name="Google Shape;461;p27"/>
              <p:cNvGrpSpPr/>
              <p:nvPr/>
            </p:nvGrpSpPr>
            <p:grpSpPr>
              <a:xfrm>
                <a:off x="5382151" y="822110"/>
                <a:ext cx="187974" cy="130800"/>
                <a:chOff x="4804925" y="764100"/>
                <a:chExt cx="187974" cy="130800"/>
              </a:xfrm>
            </p:grpSpPr>
            <p:sp>
              <p:nvSpPr>
                <p:cNvPr id="462" name="Google Shape;462;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63" name="Google Shape;463;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64" name="Google Shape;464;p27"/>
              <p:cNvGrpSpPr/>
              <p:nvPr/>
            </p:nvGrpSpPr>
            <p:grpSpPr>
              <a:xfrm>
                <a:off x="5382151" y="1233968"/>
                <a:ext cx="187974" cy="130800"/>
                <a:chOff x="4804925" y="764100"/>
                <a:chExt cx="187974" cy="130800"/>
              </a:xfrm>
            </p:grpSpPr>
            <p:sp>
              <p:nvSpPr>
                <p:cNvPr id="465" name="Google Shape;465;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66" name="Google Shape;466;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467" name="Google Shape;467;p27"/>
            <p:cNvGrpSpPr/>
            <p:nvPr/>
          </p:nvGrpSpPr>
          <p:grpSpPr>
            <a:xfrm>
              <a:off x="5380497" y="1678500"/>
              <a:ext cx="189628" cy="981668"/>
              <a:chOff x="5380497" y="383100"/>
              <a:chExt cx="189628" cy="981668"/>
            </a:xfrm>
          </p:grpSpPr>
          <p:grpSp>
            <p:nvGrpSpPr>
              <p:cNvPr id="468" name="Google Shape;468;p27"/>
              <p:cNvGrpSpPr/>
              <p:nvPr/>
            </p:nvGrpSpPr>
            <p:grpSpPr>
              <a:xfrm>
                <a:off x="5380497" y="383100"/>
                <a:ext cx="187974" cy="130800"/>
                <a:chOff x="4804925" y="764100"/>
                <a:chExt cx="187974" cy="130800"/>
              </a:xfrm>
            </p:grpSpPr>
            <p:sp>
              <p:nvSpPr>
                <p:cNvPr id="469" name="Google Shape;469;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70" name="Google Shape;470;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71" name="Google Shape;471;p27"/>
              <p:cNvGrpSpPr/>
              <p:nvPr/>
            </p:nvGrpSpPr>
            <p:grpSpPr>
              <a:xfrm>
                <a:off x="5382151" y="822110"/>
                <a:ext cx="187974" cy="130800"/>
                <a:chOff x="4804925" y="764100"/>
                <a:chExt cx="187974" cy="130800"/>
              </a:xfrm>
            </p:grpSpPr>
            <p:sp>
              <p:nvSpPr>
                <p:cNvPr id="472" name="Google Shape;472;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73" name="Google Shape;473;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74" name="Google Shape;474;p27"/>
              <p:cNvGrpSpPr/>
              <p:nvPr/>
            </p:nvGrpSpPr>
            <p:grpSpPr>
              <a:xfrm>
                <a:off x="5382151" y="1233968"/>
                <a:ext cx="187974" cy="130800"/>
                <a:chOff x="4804925" y="764100"/>
                <a:chExt cx="187974" cy="130800"/>
              </a:xfrm>
            </p:grpSpPr>
            <p:sp>
              <p:nvSpPr>
                <p:cNvPr id="475" name="Google Shape;475;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76" name="Google Shape;476;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477" name="Google Shape;477;p27"/>
            <p:cNvGrpSpPr/>
            <p:nvPr/>
          </p:nvGrpSpPr>
          <p:grpSpPr>
            <a:xfrm>
              <a:off x="5380497" y="2973900"/>
              <a:ext cx="189628" cy="981668"/>
              <a:chOff x="5380497" y="383100"/>
              <a:chExt cx="189628" cy="981668"/>
            </a:xfrm>
          </p:grpSpPr>
          <p:grpSp>
            <p:nvGrpSpPr>
              <p:cNvPr id="478" name="Google Shape;478;p27"/>
              <p:cNvGrpSpPr/>
              <p:nvPr/>
            </p:nvGrpSpPr>
            <p:grpSpPr>
              <a:xfrm>
                <a:off x="5380497" y="383100"/>
                <a:ext cx="187974" cy="130800"/>
                <a:chOff x="4804925" y="764100"/>
                <a:chExt cx="187974" cy="130800"/>
              </a:xfrm>
            </p:grpSpPr>
            <p:sp>
              <p:nvSpPr>
                <p:cNvPr id="479" name="Google Shape;479;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80" name="Google Shape;480;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81" name="Google Shape;481;p27"/>
              <p:cNvGrpSpPr/>
              <p:nvPr/>
            </p:nvGrpSpPr>
            <p:grpSpPr>
              <a:xfrm>
                <a:off x="5382151" y="822110"/>
                <a:ext cx="187974" cy="130800"/>
                <a:chOff x="4804925" y="764100"/>
                <a:chExt cx="187974" cy="130800"/>
              </a:xfrm>
            </p:grpSpPr>
            <p:sp>
              <p:nvSpPr>
                <p:cNvPr id="482" name="Google Shape;482;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83" name="Google Shape;483;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84" name="Google Shape;484;p27"/>
              <p:cNvGrpSpPr/>
              <p:nvPr/>
            </p:nvGrpSpPr>
            <p:grpSpPr>
              <a:xfrm>
                <a:off x="5382151" y="1233968"/>
                <a:ext cx="187974" cy="130800"/>
                <a:chOff x="4804925" y="764100"/>
                <a:chExt cx="187974" cy="130800"/>
              </a:xfrm>
            </p:grpSpPr>
            <p:sp>
              <p:nvSpPr>
                <p:cNvPr id="485" name="Google Shape;485;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86" name="Google Shape;486;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487" name="Google Shape;487;p27"/>
            <p:cNvGrpSpPr/>
            <p:nvPr/>
          </p:nvGrpSpPr>
          <p:grpSpPr>
            <a:xfrm>
              <a:off x="5380497" y="4269300"/>
              <a:ext cx="189628" cy="569810"/>
              <a:chOff x="5380497" y="383100"/>
              <a:chExt cx="189628" cy="569810"/>
            </a:xfrm>
          </p:grpSpPr>
          <p:grpSp>
            <p:nvGrpSpPr>
              <p:cNvPr id="488" name="Google Shape;488;p27"/>
              <p:cNvGrpSpPr/>
              <p:nvPr/>
            </p:nvGrpSpPr>
            <p:grpSpPr>
              <a:xfrm>
                <a:off x="5380497" y="383100"/>
                <a:ext cx="187974" cy="130800"/>
                <a:chOff x="4804925" y="764100"/>
                <a:chExt cx="187974" cy="130800"/>
              </a:xfrm>
            </p:grpSpPr>
            <p:sp>
              <p:nvSpPr>
                <p:cNvPr id="489" name="Google Shape;489;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90" name="Google Shape;490;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91" name="Google Shape;491;p27"/>
              <p:cNvGrpSpPr/>
              <p:nvPr/>
            </p:nvGrpSpPr>
            <p:grpSpPr>
              <a:xfrm>
                <a:off x="5382151" y="822110"/>
                <a:ext cx="187974" cy="130800"/>
                <a:chOff x="4804925" y="764100"/>
                <a:chExt cx="187974" cy="130800"/>
              </a:xfrm>
            </p:grpSpPr>
            <p:sp>
              <p:nvSpPr>
                <p:cNvPr id="492" name="Google Shape;492;p27"/>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93" name="Google Shape;493;p27"/>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sp>
        <p:nvSpPr>
          <p:cNvPr id="494" name="Google Shape;494;p27"/>
          <p:cNvSpPr/>
          <p:nvPr/>
        </p:nvSpPr>
        <p:spPr>
          <a:xfrm>
            <a:off x="5136896" y="329628"/>
            <a:ext cx="3280500" cy="4607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nvGrpSpPr>
          <p:cNvPr id="495" name="Google Shape;495;p27"/>
          <p:cNvGrpSpPr/>
          <p:nvPr/>
        </p:nvGrpSpPr>
        <p:grpSpPr>
          <a:xfrm>
            <a:off x="5137471" y="504148"/>
            <a:ext cx="184470" cy="4334807"/>
            <a:chOff x="5380497" y="383100"/>
            <a:chExt cx="189628" cy="4456010"/>
          </a:xfrm>
        </p:grpSpPr>
        <p:grpSp>
          <p:nvGrpSpPr>
            <p:cNvPr id="496" name="Google Shape;496;p27"/>
            <p:cNvGrpSpPr/>
            <p:nvPr/>
          </p:nvGrpSpPr>
          <p:grpSpPr>
            <a:xfrm>
              <a:off x="5380497" y="383100"/>
              <a:ext cx="189628" cy="981668"/>
              <a:chOff x="5380497" y="383100"/>
              <a:chExt cx="189628" cy="981668"/>
            </a:xfrm>
          </p:grpSpPr>
          <p:grpSp>
            <p:nvGrpSpPr>
              <p:cNvPr id="497" name="Google Shape;497;p27"/>
              <p:cNvGrpSpPr/>
              <p:nvPr/>
            </p:nvGrpSpPr>
            <p:grpSpPr>
              <a:xfrm>
                <a:off x="5380497" y="383100"/>
                <a:ext cx="187974" cy="130800"/>
                <a:chOff x="4804925" y="764100"/>
                <a:chExt cx="187974" cy="130800"/>
              </a:xfrm>
            </p:grpSpPr>
            <p:sp>
              <p:nvSpPr>
                <p:cNvPr id="498" name="Google Shape;498;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99" name="Google Shape;499;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00" name="Google Shape;500;p27"/>
              <p:cNvGrpSpPr/>
              <p:nvPr/>
            </p:nvGrpSpPr>
            <p:grpSpPr>
              <a:xfrm>
                <a:off x="5382151" y="822110"/>
                <a:ext cx="187974" cy="130800"/>
                <a:chOff x="4804925" y="764100"/>
                <a:chExt cx="187974" cy="130800"/>
              </a:xfrm>
            </p:grpSpPr>
            <p:sp>
              <p:nvSpPr>
                <p:cNvPr id="501" name="Google Shape;501;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02" name="Google Shape;502;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03" name="Google Shape;503;p27"/>
              <p:cNvGrpSpPr/>
              <p:nvPr/>
            </p:nvGrpSpPr>
            <p:grpSpPr>
              <a:xfrm>
                <a:off x="5382151" y="1233968"/>
                <a:ext cx="187974" cy="130800"/>
                <a:chOff x="4804925" y="764100"/>
                <a:chExt cx="187974" cy="130800"/>
              </a:xfrm>
            </p:grpSpPr>
            <p:sp>
              <p:nvSpPr>
                <p:cNvPr id="504" name="Google Shape;504;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05" name="Google Shape;505;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506" name="Google Shape;506;p27"/>
            <p:cNvGrpSpPr/>
            <p:nvPr/>
          </p:nvGrpSpPr>
          <p:grpSpPr>
            <a:xfrm>
              <a:off x="5380497" y="1678500"/>
              <a:ext cx="189628" cy="981668"/>
              <a:chOff x="5380497" y="383100"/>
              <a:chExt cx="189628" cy="981668"/>
            </a:xfrm>
          </p:grpSpPr>
          <p:grpSp>
            <p:nvGrpSpPr>
              <p:cNvPr id="507" name="Google Shape;507;p27"/>
              <p:cNvGrpSpPr/>
              <p:nvPr/>
            </p:nvGrpSpPr>
            <p:grpSpPr>
              <a:xfrm>
                <a:off x="5380497" y="383100"/>
                <a:ext cx="187974" cy="130800"/>
                <a:chOff x="4804925" y="764100"/>
                <a:chExt cx="187974" cy="130800"/>
              </a:xfrm>
            </p:grpSpPr>
            <p:sp>
              <p:nvSpPr>
                <p:cNvPr id="508" name="Google Shape;508;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09" name="Google Shape;509;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10" name="Google Shape;510;p27"/>
              <p:cNvGrpSpPr/>
              <p:nvPr/>
            </p:nvGrpSpPr>
            <p:grpSpPr>
              <a:xfrm>
                <a:off x="5382151" y="822110"/>
                <a:ext cx="187974" cy="130800"/>
                <a:chOff x="4804925" y="764100"/>
                <a:chExt cx="187974" cy="130800"/>
              </a:xfrm>
            </p:grpSpPr>
            <p:sp>
              <p:nvSpPr>
                <p:cNvPr id="511" name="Google Shape;511;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12" name="Google Shape;512;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13" name="Google Shape;513;p27"/>
              <p:cNvGrpSpPr/>
              <p:nvPr/>
            </p:nvGrpSpPr>
            <p:grpSpPr>
              <a:xfrm>
                <a:off x="5382151" y="1233968"/>
                <a:ext cx="187974" cy="130800"/>
                <a:chOff x="4804925" y="764100"/>
                <a:chExt cx="187974" cy="130800"/>
              </a:xfrm>
            </p:grpSpPr>
            <p:sp>
              <p:nvSpPr>
                <p:cNvPr id="514" name="Google Shape;514;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15" name="Google Shape;515;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516" name="Google Shape;516;p27"/>
            <p:cNvGrpSpPr/>
            <p:nvPr/>
          </p:nvGrpSpPr>
          <p:grpSpPr>
            <a:xfrm>
              <a:off x="5380497" y="2973900"/>
              <a:ext cx="189628" cy="981668"/>
              <a:chOff x="5380497" y="383100"/>
              <a:chExt cx="189628" cy="981668"/>
            </a:xfrm>
          </p:grpSpPr>
          <p:grpSp>
            <p:nvGrpSpPr>
              <p:cNvPr id="517" name="Google Shape;517;p27"/>
              <p:cNvGrpSpPr/>
              <p:nvPr/>
            </p:nvGrpSpPr>
            <p:grpSpPr>
              <a:xfrm>
                <a:off x="5380497" y="383100"/>
                <a:ext cx="187974" cy="130800"/>
                <a:chOff x="4804925" y="764100"/>
                <a:chExt cx="187974" cy="130800"/>
              </a:xfrm>
            </p:grpSpPr>
            <p:sp>
              <p:nvSpPr>
                <p:cNvPr id="518" name="Google Shape;518;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19" name="Google Shape;519;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20" name="Google Shape;520;p27"/>
              <p:cNvGrpSpPr/>
              <p:nvPr/>
            </p:nvGrpSpPr>
            <p:grpSpPr>
              <a:xfrm>
                <a:off x="5382151" y="822110"/>
                <a:ext cx="187974" cy="130800"/>
                <a:chOff x="4804925" y="764100"/>
                <a:chExt cx="187974" cy="130800"/>
              </a:xfrm>
            </p:grpSpPr>
            <p:sp>
              <p:nvSpPr>
                <p:cNvPr id="521" name="Google Shape;521;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22" name="Google Shape;522;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23" name="Google Shape;523;p27"/>
              <p:cNvGrpSpPr/>
              <p:nvPr/>
            </p:nvGrpSpPr>
            <p:grpSpPr>
              <a:xfrm>
                <a:off x="5382151" y="1233968"/>
                <a:ext cx="187974" cy="130800"/>
                <a:chOff x="4804925" y="764100"/>
                <a:chExt cx="187974" cy="130800"/>
              </a:xfrm>
            </p:grpSpPr>
            <p:sp>
              <p:nvSpPr>
                <p:cNvPr id="524" name="Google Shape;524;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25" name="Google Shape;525;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526" name="Google Shape;526;p27"/>
            <p:cNvGrpSpPr/>
            <p:nvPr/>
          </p:nvGrpSpPr>
          <p:grpSpPr>
            <a:xfrm>
              <a:off x="5380497" y="4269300"/>
              <a:ext cx="189628" cy="569810"/>
              <a:chOff x="5380497" y="383100"/>
              <a:chExt cx="189628" cy="569810"/>
            </a:xfrm>
          </p:grpSpPr>
          <p:grpSp>
            <p:nvGrpSpPr>
              <p:cNvPr id="527" name="Google Shape;527;p27"/>
              <p:cNvGrpSpPr/>
              <p:nvPr/>
            </p:nvGrpSpPr>
            <p:grpSpPr>
              <a:xfrm>
                <a:off x="5380497" y="383100"/>
                <a:ext cx="187974" cy="130800"/>
                <a:chOff x="4804925" y="764100"/>
                <a:chExt cx="187974" cy="130800"/>
              </a:xfrm>
            </p:grpSpPr>
            <p:sp>
              <p:nvSpPr>
                <p:cNvPr id="528" name="Google Shape;528;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29" name="Google Shape;529;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30" name="Google Shape;530;p27"/>
              <p:cNvGrpSpPr/>
              <p:nvPr/>
            </p:nvGrpSpPr>
            <p:grpSpPr>
              <a:xfrm>
                <a:off x="5382151" y="822110"/>
                <a:ext cx="187974" cy="130800"/>
                <a:chOff x="4804925" y="764100"/>
                <a:chExt cx="187974" cy="130800"/>
              </a:xfrm>
            </p:grpSpPr>
            <p:sp>
              <p:nvSpPr>
                <p:cNvPr id="531" name="Google Shape;531;p27"/>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32" name="Google Shape;532;p27"/>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sp>
        <p:nvSpPr>
          <p:cNvPr id="533" name="Google Shape;533;p27"/>
          <p:cNvSpPr txBox="1"/>
          <p:nvPr>
            <p:ph idx="1" type="body"/>
          </p:nvPr>
        </p:nvSpPr>
        <p:spPr>
          <a:xfrm>
            <a:off x="5586600" y="641275"/>
            <a:ext cx="2627700" cy="31194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Clr>
                <a:schemeClr val="lt1"/>
              </a:buClr>
              <a:buSzPts val="1400"/>
              <a:buChar char="●"/>
              <a:defRPr sz="1000">
                <a:latin typeface="Manrope Medium"/>
                <a:ea typeface="Manrope Medium"/>
                <a:cs typeface="Manrope Medium"/>
                <a:sym typeface="Manrope Medium"/>
              </a:defRPr>
            </a:lvl1pPr>
            <a:lvl2pPr indent="-317500" lvl="1" marL="914400">
              <a:spcBef>
                <a:spcPts val="0"/>
              </a:spcBef>
              <a:spcAft>
                <a:spcPts val="0"/>
              </a:spcAft>
              <a:buClr>
                <a:schemeClr val="lt1"/>
              </a:buClr>
              <a:buSzPts val="1400"/>
              <a:buChar char="○"/>
              <a:defRPr sz="1000">
                <a:latin typeface="Manrope Medium"/>
                <a:ea typeface="Manrope Medium"/>
                <a:cs typeface="Manrope Medium"/>
                <a:sym typeface="Manrope Medium"/>
              </a:defRPr>
            </a:lvl2pPr>
            <a:lvl3pPr indent="-317500" lvl="2" marL="1371600">
              <a:spcBef>
                <a:spcPts val="0"/>
              </a:spcBef>
              <a:spcAft>
                <a:spcPts val="0"/>
              </a:spcAft>
              <a:buClr>
                <a:schemeClr val="lt1"/>
              </a:buClr>
              <a:buSzPts val="1400"/>
              <a:buChar char="■"/>
              <a:defRPr sz="1000">
                <a:latin typeface="Manrope Medium"/>
                <a:ea typeface="Manrope Medium"/>
                <a:cs typeface="Manrope Medium"/>
                <a:sym typeface="Manrope Medium"/>
              </a:defRPr>
            </a:lvl3pPr>
            <a:lvl4pPr indent="-317500" lvl="3" marL="1828800">
              <a:spcBef>
                <a:spcPts val="0"/>
              </a:spcBef>
              <a:spcAft>
                <a:spcPts val="0"/>
              </a:spcAft>
              <a:buClr>
                <a:schemeClr val="lt1"/>
              </a:buClr>
              <a:buSzPts val="1400"/>
              <a:buChar char="●"/>
              <a:defRPr sz="1000">
                <a:latin typeface="Manrope Medium"/>
                <a:ea typeface="Manrope Medium"/>
                <a:cs typeface="Manrope Medium"/>
                <a:sym typeface="Manrope Medium"/>
              </a:defRPr>
            </a:lvl4pPr>
            <a:lvl5pPr indent="-317500" lvl="4" marL="2286000">
              <a:spcBef>
                <a:spcPts val="0"/>
              </a:spcBef>
              <a:spcAft>
                <a:spcPts val="0"/>
              </a:spcAft>
              <a:buClr>
                <a:schemeClr val="lt1"/>
              </a:buClr>
              <a:buSzPts val="1400"/>
              <a:buChar char="○"/>
              <a:defRPr sz="1000">
                <a:latin typeface="Manrope Medium"/>
                <a:ea typeface="Manrope Medium"/>
                <a:cs typeface="Manrope Medium"/>
                <a:sym typeface="Manrope Medium"/>
              </a:defRPr>
            </a:lvl5pPr>
            <a:lvl6pPr indent="-317500" lvl="5" marL="2743200">
              <a:spcBef>
                <a:spcPts val="0"/>
              </a:spcBef>
              <a:spcAft>
                <a:spcPts val="0"/>
              </a:spcAft>
              <a:buClr>
                <a:schemeClr val="lt1"/>
              </a:buClr>
              <a:buSzPts val="1400"/>
              <a:buChar char="■"/>
              <a:defRPr sz="1000">
                <a:latin typeface="Manrope Medium"/>
                <a:ea typeface="Manrope Medium"/>
                <a:cs typeface="Manrope Medium"/>
                <a:sym typeface="Manrope Medium"/>
              </a:defRPr>
            </a:lvl6pPr>
            <a:lvl7pPr indent="-317500" lvl="6" marL="3200400">
              <a:spcBef>
                <a:spcPts val="0"/>
              </a:spcBef>
              <a:spcAft>
                <a:spcPts val="0"/>
              </a:spcAft>
              <a:buClr>
                <a:schemeClr val="lt1"/>
              </a:buClr>
              <a:buSzPts val="1400"/>
              <a:buChar char="●"/>
              <a:defRPr sz="1000">
                <a:latin typeface="Manrope Medium"/>
                <a:ea typeface="Manrope Medium"/>
                <a:cs typeface="Manrope Medium"/>
                <a:sym typeface="Manrope Medium"/>
              </a:defRPr>
            </a:lvl7pPr>
            <a:lvl8pPr indent="-317500" lvl="7" marL="3657600">
              <a:spcBef>
                <a:spcPts val="0"/>
              </a:spcBef>
              <a:spcAft>
                <a:spcPts val="0"/>
              </a:spcAft>
              <a:buSzPts val="1400"/>
              <a:buChar char="○"/>
              <a:defRPr sz="1000">
                <a:latin typeface="Manrope Medium"/>
                <a:ea typeface="Manrope Medium"/>
                <a:cs typeface="Manrope Medium"/>
                <a:sym typeface="Manrope Medium"/>
              </a:defRPr>
            </a:lvl8pPr>
            <a:lvl9pPr indent="-317500" lvl="8" marL="4114800">
              <a:spcBef>
                <a:spcPts val="0"/>
              </a:spcBef>
              <a:spcAft>
                <a:spcPts val="0"/>
              </a:spcAft>
              <a:buClr>
                <a:schemeClr val="lt1"/>
              </a:buClr>
              <a:buSzPts val="1400"/>
              <a:buChar char="■"/>
              <a:defRPr sz="1000">
                <a:latin typeface="Manrope Medium"/>
                <a:ea typeface="Manrope Medium"/>
                <a:cs typeface="Manrope Medium"/>
                <a:sym typeface="Manrope Medium"/>
              </a:defRPr>
            </a:lvl9pPr>
          </a:lstStyle>
          <a:p/>
        </p:txBody>
      </p:sp>
      <p:sp>
        <p:nvSpPr>
          <p:cNvPr id="534" name="Google Shape;534;p27"/>
          <p:cNvSpPr txBox="1"/>
          <p:nvPr>
            <p:ph type="title"/>
          </p:nvPr>
        </p:nvSpPr>
        <p:spPr>
          <a:xfrm>
            <a:off x="521275" y="525800"/>
            <a:ext cx="2094900" cy="143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1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325">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Notes ">
  <p:cSld name="CUSTOM_2">
    <p:spTree>
      <p:nvGrpSpPr>
        <p:cNvPr id="535" name="Shape 535"/>
        <p:cNvGrpSpPr/>
        <p:nvPr/>
      </p:nvGrpSpPr>
      <p:grpSpPr>
        <a:xfrm>
          <a:off x="0" y="0"/>
          <a:ext cx="0" cy="0"/>
          <a:chOff x="0" y="0"/>
          <a:chExt cx="0" cy="0"/>
        </a:xfrm>
      </p:grpSpPr>
      <p:grpSp>
        <p:nvGrpSpPr>
          <p:cNvPr id="536" name="Google Shape;536;p28"/>
          <p:cNvGrpSpPr/>
          <p:nvPr/>
        </p:nvGrpSpPr>
        <p:grpSpPr>
          <a:xfrm>
            <a:off x="0" y="-6300"/>
            <a:ext cx="9162087" cy="5150040"/>
            <a:chOff x="11751" y="-6300"/>
            <a:chExt cx="9190577" cy="5150040"/>
          </a:xfrm>
        </p:grpSpPr>
        <p:grpSp>
          <p:nvGrpSpPr>
            <p:cNvPr id="537" name="Google Shape;537;p28"/>
            <p:cNvGrpSpPr/>
            <p:nvPr/>
          </p:nvGrpSpPr>
          <p:grpSpPr>
            <a:xfrm>
              <a:off x="11751" y="-6300"/>
              <a:ext cx="4777902" cy="2703033"/>
              <a:chOff x="11750" y="-6290"/>
              <a:chExt cx="9125100" cy="5162400"/>
            </a:xfrm>
          </p:grpSpPr>
          <p:cxnSp>
            <p:nvCxnSpPr>
              <p:cNvPr id="538" name="Google Shape;538;p28"/>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39" name="Google Shape;539;p28"/>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0" name="Google Shape;540;p28"/>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1" name="Google Shape;541;p28"/>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2" name="Google Shape;542;p28"/>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3" name="Google Shape;543;p28"/>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4" name="Google Shape;544;p28"/>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5" name="Google Shape;545;p28"/>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6" name="Google Shape;546;p28"/>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7" name="Google Shape;547;p28"/>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8" name="Google Shape;548;p28"/>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49" name="Google Shape;549;p28"/>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50" name="Google Shape;550;p28"/>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1" name="Google Shape;551;p28"/>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2" name="Google Shape;552;p28"/>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3" name="Google Shape;553;p28"/>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4" name="Google Shape;554;p28"/>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5" name="Google Shape;555;p28"/>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6" name="Google Shape;556;p28"/>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7" name="Google Shape;557;p28"/>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8" name="Google Shape;558;p28"/>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59" name="Google Shape;559;p28"/>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560" name="Google Shape;560;p28"/>
            <p:cNvGrpSpPr/>
            <p:nvPr/>
          </p:nvGrpSpPr>
          <p:grpSpPr>
            <a:xfrm>
              <a:off x="11751" y="2440707"/>
              <a:ext cx="4777902" cy="2703033"/>
              <a:chOff x="11750" y="-6290"/>
              <a:chExt cx="9125100" cy="5162400"/>
            </a:xfrm>
          </p:grpSpPr>
          <p:cxnSp>
            <p:nvCxnSpPr>
              <p:cNvPr id="561" name="Google Shape;561;p28"/>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2" name="Google Shape;562;p28"/>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3" name="Google Shape;563;p28"/>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4" name="Google Shape;564;p28"/>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5" name="Google Shape;565;p28"/>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6" name="Google Shape;566;p28"/>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7" name="Google Shape;567;p28"/>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8" name="Google Shape;568;p28"/>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69" name="Google Shape;569;p28"/>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70" name="Google Shape;570;p28"/>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71" name="Google Shape;571;p28"/>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72" name="Google Shape;572;p28"/>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73" name="Google Shape;573;p28"/>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74" name="Google Shape;574;p28"/>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75" name="Google Shape;575;p28"/>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76" name="Google Shape;576;p28"/>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77" name="Google Shape;577;p28"/>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78" name="Google Shape;578;p28"/>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79" name="Google Shape;579;p28"/>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80" name="Google Shape;580;p28"/>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81" name="Google Shape;581;p28"/>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82" name="Google Shape;582;p28"/>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583" name="Google Shape;583;p28"/>
            <p:cNvGrpSpPr/>
            <p:nvPr/>
          </p:nvGrpSpPr>
          <p:grpSpPr>
            <a:xfrm>
              <a:off x="4424426" y="-6300"/>
              <a:ext cx="4777902" cy="2703033"/>
              <a:chOff x="11750" y="-6290"/>
              <a:chExt cx="9125100" cy="5162400"/>
            </a:xfrm>
          </p:grpSpPr>
          <p:cxnSp>
            <p:nvCxnSpPr>
              <p:cNvPr id="584" name="Google Shape;584;p28"/>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85" name="Google Shape;585;p28"/>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86" name="Google Shape;586;p28"/>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87" name="Google Shape;587;p28"/>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88" name="Google Shape;588;p28"/>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89" name="Google Shape;589;p28"/>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90" name="Google Shape;590;p28"/>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91" name="Google Shape;591;p28"/>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92" name="Google Shape;592;p28"/>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93" name="Google Shape;593;p28"/>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94" name="Google Shape;594;p28"/>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95" name="Google Shape;595;p28"/>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596" name="Google Shape;596;p28"/>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97" name="Google Shape;597;p28"/>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98" name="Google Shape;598;p28"/>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599" name="Google Shape;599;p28"/>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00" name="Google Shape;600;p28"/>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01" name="Google Shape;601;p28"/>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02" name="Google Shape;602;p28"/>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03" name="Google Shape;603;p28"/>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04" name="Google Shape;604;p28"/>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05" name="Google Shape;605;p28"/>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606" name="Google Shape;606;p28"/>
            <p:cNvGrpSpPr/>
            <p:nvPr/>
          </p:nvGrpSpPr>
          <p:grpSpPr>
            <a:xfrm>
              <a:off x="4424426" y="2440707"/>
              <a:ext cx="4777902" cy="2703033"/>
              <a:chOff x="11750" y="-6290"/>
              <a:chExt cx="9125100" cy="5162400"/>
            </a:xfrm>
          </p:grpSpPr>
          <p:cxnSp>
            <p:nvCxnSpPr>
              <p:cNvPr id="607" name="Google Shape;607;p28"/>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08" name="Google Shape;608;p28"/>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09" name="Google Shape;609;p28"/>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0" name="Google Shape;610;p28"/>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1" name="Google Shape;611;p28"/>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2" name="Google Shape;612;p28"/>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3" name="Google Shape;613;p28"/>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4" name="Google Shape;614;p28"/>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5" name="Google Shape;615;p28"/>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6" name="Google Shape;616;p28"/>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7" name="Google Shape;617;p28"/>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8" name="Google Shape;618;p28"/>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619" name="Google Shape;619;p28"/>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20" name="Google Shape;620;p28"/>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21" name="Google Shape;621;p28"/>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22" name="Google Shape;622;p28"/>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23" name="Google Shape;623;p28"/>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24" name="Google Shape;624;p28"/>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25" name="Google Shape;625;p28"/>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26" name="Google Shape;626;p28"/>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27" name="Google Shape;627;p28"/>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628" name="Google Shape;628;p28"/>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sp>
        <p:nvSpPr>
          <p:cNvPr id="629" name="Google Shape;629;p28"/>
          <p:cNvSpPr txBox="1"/>
          <p:nvPr>
            <p:ph type="title"/>
          </p:nvPr>
        </p:nvSpPr>
        <p:spPr>
          <a:xfrm>
            <a:off x="532800" y="1269600"/>
            <a:ext cx="2618400" cy="472800"/>
          </a:xfrm>
          <a:prstGeom prst="rect">
            <a:avLst/>
          </a:prstGeom>
        </p:spPr>
        <p:txBody>
          <a:bodyPr anchorCtr="0" anchor="ctr" bIns="91425" lIns="182875" spcFirstLastPara="1" rIns="91425" wrap="square" tIns="91425">
            <a:noAutofit/>
          </a:bodyPr>
          <a:lstStyle>
            <a:lvl1pPr lvl="0" algn="ctr">
              <a:lnSpc>
                <a:spcPct val="100000"/>
              </a:lnSpc>
              <a:spcBef>
                <a:spcPts val="0"/>
              </a:spcBef>
              <a:spcAft>
                <a:spcPts val="0"/>
              </a:spcAft>
              <a:buClr>
                <a:schemeClr val="lt1"/>
              </a:buClr>
              <a:buSzPts val="1300"/>
              <a:buNone/>
              <a:defRPr b="0" sz="1900"/>
            </a:lvl1pPr>
            <a:lvl2pPr lvl="1">
              <a:spcBef>
                <a:spcPts val="100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630" name="Google Shape;630;p28"/>
          <p:cNvSpPr txBox="1"/>
          <p:nvPr>
            <p:ph idx="1" type="subTitle"/>
          </p:nvPr>
        </p:nvSpPr>
        <p:spPr>
          <a:xfrm>
            <a:off x="520800" y="1711450"/>
            <a:ext cx="2642400" cy="1240500"/>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1" name="Google Shape;631;p28"/>
          <p:cNvSpPr txBox="1"/>
          <p:nvPr>
            <p:ph idx="2" type="subTitle"/>
          </p:nvPr>
        </p:nvSpPr>
        <p:spPr>
          <a:xfrm>
            <a:off x="531875" y="2928325"/>
            <a:ext cx="2618400" cy="395100"/>
          </a:xfrm>
          <a:prstGeom prst="rect">
            <a:avLst/>
          </a:prstGeom>
        </p:spPr>
        <p:txBody>
          <a:bodyPr anchorCtr="0" anchor="t" bIns="91425" lIns="182875" spcFirstLastPara="1" rIns="91425" wrap="square" tIns="91425">
            <a:noAutofit/>
          </a:bodyPr>
          <a:lstStyle>
            <a:lvl1pPr lvl="0">
              <a:lnSpc>
                <a:spcPct val="100000"/>
              </a:lnSpc>
              <a:spcBef>
                <a:spcPts val="0"/>
              </a:spcBef>
              <a:spcAft>
                <a:spcPts val="0"/>
              </a:spcAft>
              <a:buSzPts val="1200"/>
              <a:buNone/>
              <a:defRPr b="1" sz="1000" u="sng"/>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2" name="Google Shape;632;p28"/>
          <p:cNvSpPr txBox="1"/>
          <p:nvPr>
            <p:ph idx="3" type="title"/>
          </p:nvPr>
        </p:nvSpPr>
        <p:spPr>
          <a:xfrm rot="139861">
            <a:off x="3291201" y="1217875"/>
            <a:ext cx="2618467" cy="472890"/>
          </a:xfrm>
          <a:prstGeom prst="rect">
            <a:avLst/>
          </a:prstGeom>
        </p:spPr>
        <p:txBody>
          <a:bodyPr anchorCtr="0" anchor="ctr" bIns="91425" lIns="182875" spcFirstLastPara="1" rIns="91425" wrap="square" tIns="91425">
            <a:spAutoFit/>
          </a:bodyPr>
          <a:lstStyle>
            <a:lvl1pPr lvl="0" algn="ctr">
              <a:lnSpc>
                <a:spcPct val="100000"/>
              </a:lnSpc>
              <a:spcBef>
                <a:spcPts val="0"/>
              </a:spcBef>
              <a:spcAft>
                <a:spcPts val="0"/>
              </a:spcAft>
              <a:buClr>
                <a:schemeClr val="lt1"/>
              </a:buClr>
              <a:buSzPts val="1900"/>
              <a:buNone/>
              <a:defRPr b="0" sz="1900"/>
            </a:lvl1pPr>
            <a:lvl2pPr lvl="1">
              <a:spcBef>
                <a:spcPts val="100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633" name="Google Shape;633;p28"/>
          <p:cNvSpPr txBox="1"/>
          <p:nvPr>
            <p:ph idx="4" type="subTitle"/>
          </p:nvPr>
        </p:nvSpPr>
        <p:spPr>
          <a:xfrm rot="139761">
            <a:off x="3245632" y="1659003"/>
            <a:ext cx="2642483" cy="1240624"/>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4" name="Google Shape;634;p28"/>
          <p:cNvSpPr txBox="1"/>
          <p:nvPr>
            <p:ph idx="5" type="subTitle"/>
          </p:nvPr>
        </p:nvSpPr>
        <p:spPr>
          <a:xfrm rot="139861">
            <a:off x="3224189" y="2875212"/>
            <a:ext cx="2618467" cy="395132"/>
          </a:xfrm>
          <a:prstGeom prst="rect">
            <a:avLst/>
          </a:prstGeom>
        </p:spPr>
        <p:txBody>
          <a:bodyPr anchorCtr="0" anchor="t" bIns="91425" lIns="182875" spcFirstLastPara="1" rIns="91425" wrap="square" tIns="91425">
            <a:noAutofit/>
          </a:bodyPr>
          <a:lstStyle>
            <a:lvl1pPr lvl="0">
              <a:lnSpc>
                <a:spcPct val="100000"/>
              </a:lnSpc>
              <a:spcBef>
                <a:spcPts val="0"/>
              </a:spcBef>
              <a:spcAft>
                <a:spcPts val="0"/>
              </a:spcAft>
              <a:buSzPts val="1200"/>
              <a:buNone/>
              <a:defRPr b="1" sz="1000" u="sng"/>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5" name="Google Shape;635;p28"/>
          <p:cNvSpPr txBox="1"/>
          <p:nvPr>
            <p:ph idx="6" type="title"/>
          </p:nvPr>
        </p:nvSpPr>
        <p:spPr>
          <a:xfrm>
            <a:off x="5994100" y="1252413"/>
            <a:ext cx="2618400" cy="472800"/>
          </a:xfrm>
          <a:prstGeom prst="rect">
            <a:avLst/>
          </a:prstGeom>
        </p:spPr>
        <p:txBody>
          <a:bodyPr anchorCtr="0" anchor="ctr" bIns="91425" lIns="182875" spcFirstLastPara="1" rIns="91425" wrap="square" tIns="91425">
            <a:noAutofit/>
          </a:bodyPr>
          <a:lstStyle>
            <a:lvl1pPr lvl="0" algn="ctr">
              <a:lnSpc>
                <a:spcPct val="100000"/>
              </a:lnSpc>
              <a:spcBef>
                <a:spcPts val="0"/>
              </a:spcBef>
              <a:spcAft>
                <a:spcPts val="0"/>
              </a:spcAft>
              <a:buClr>
                <a:schemeClr val="lt1"/>
              </a:buClr>
              <a:buSzPts val="1900"/>
              <a:buNone/>
              <a:defRPr b="0" sz="1900"/>
            </a:lvl1pPr>
            <a:lvl2pPr lvl="1">
              <a:spcBef>
                <a:spcPts val="100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636" name="Google Shape;636;p28"/>
          <p:cNvSpPr txBox="1"/>
          <p:nvPr>
            <p:ph idx="7" type="subTitle"/>
          </p:nvPr>
        </p:nvSpPr>
        <p:spPr>
          <a:xfrm>
            <a:off x="5982100" y="1694263"/>
            <a:ext cx="2642400" cy="1240500"/>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7" name="Google Shape;637;p28"/>
          <p:cNvSpPr txBox="1"/>
          <p:nvPr>
            <p:ph idx="8" type="subTitle"/>
          </p:nvPr>
        </p:nvSpPr>
        <p:spPr>
          <a:xfrm>
            <a:off x="5993175" y="2911138"/>
            <a:ext cx="2618400" cy="395100"/>
          </a:xfrm>
          <a:prstGeom prst="rect">
            <a:avLst/>
          </a:prstGeom>
        </p:spPr>
        <p:txBody>
          <a:bodyPr anchorCtr="0" anchor="t" bIns="91425" lIns="182875" spcFirstLastPara="1" rIns="91425" wrap="square" tIns="91425">
            <a:noAutofit/>
          </a:bodyPr>
          <a:lstStyle>
            <a:lvl1pPr lvl="0">
              <a:lnSpc>
                <a:spcPct val="100000"/>
              </a:lnSpc>
              <a:spcBef>
                <a:spcPts val="0"/>
              </a:spcBef>
              <a:spcAft>
                <a:spcPts val="0"/>
              </a:spcAft>
              <a:buSzPts val="1200"/>
              <a:buNone/>
              <a:defRPr b="1" sz="1000" u="sng"/>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8" name="Google Shape;638;p28"/>
          <p:cNvSpPr txBox="1"/>
          <p:nvPr>
            <p:ph idx="9" type="subTitle"/>
          </p:nvPr>
        </p:nvSpPr>
        <p:spPr>
          <a:xfrm>
            <a:off x="3254000" y="3461675"/>
            <a:ext cx="2529300" cy="935100"/>
          </a:xfrm>
          <a:prstGeom prst="rect">
            <a:avLst/>
          </a:prstGeom>
        </p:spPr>
        <p:txBody>
          <a:bodyPr anchorCtr="0" anchor="ctr" bIns="91425" lIns="182875" spcFirstLastPara="1" rIns="91425" wrap="square" tIns="0">
            <a:noAutofit/>
          </a:bodyPr>
          <a:lstStyle>
            <a:lvl1pPr lvl="0">
              <a:lnSpc>
                <a:spcPct val="100000"/>
              </a:lnSpc>
              <a:spcBef>
                <a:spcPts val="0"/>
              </a:spcBef>
              <a:spcAft>
                <a:spcPts val="0"/>
              </a:spcAft>
              <a:buSzPts val="1300"/>
              <a:buFont typeface="Arial"/>
              <a:buNone/>
              <a:defRPr sz="1000">
                <a:latin typeface="Manrope ExtraBold"/>
                <a:ea typeface="Manrope ExtraBold"/>
                <a:cs typeface="Manrope ExtraBold"/>
                <a:sym typeface="Manrope ExtraBold"/>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9" name="Google Shape;639;p28"/>
          <p:cNvSpPr txBox="1"/>
          <p:nvPr>
            <p:ph idx="13" type="subTitle"/>
          </p:nvPr>
        </p:nvSpPr>
        <p:spPr>
          <a:xfrm>
            <a:off x="3254000" y="3840475"/>
            <a:ext cx="2644800" cy="761100"/>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0" name="Google Shape;640;p28"/>
          <p:cNvSpPr txBox="1"/>
          <p:nvPr>
            <p:ph idx="14" type="subTitle"/>
          </p:nvPr>
        </p:nvSpPr>
        <p:spPr>
          <a:xfrm rot="-143344">
            <a:off x="503564" y="3472782"/>
            <a:ext cx="2526096" cy="935014"/>
          </a:xfrm>
          <a:prstGeom prst="rect">
            <a:avLst/>
          </a:prstGeom>
        </p:spPr>
        <p:txBody>
          <a:bodyPr anchorCtr="0" anchor="ctr" bIns="91425" lIns="182875" spcFirstLastPara="1" rIns="91425" wrap="square" tIns="0">
            <a:noAutofit/>
          </a:bodyPr>
          <a:lstStyle>
            <a:lvl1pPr lvl="0">
              <a:lnSpc>
                <a:spcPct val="100000"/>
              </a:lnSpc>
              <a:spcBef>
                <a:spcPts val="0"/>
              </a:spcBef>
              <a:spcAft>
                <a:spcPts val="0"/>
              </a:spcAft>
              <a:buSzPts val="1200"/>
              <a:buNone/>
              <a:defRPr sz="1000">
                <a:latin typeface="Manrope ExtraBold"/>
                <a:ea typeface="Manrope ExtraBold"/>
                <a:cs typeface="Manrope ExtraBold"/>
                <a:sym typeface="Manrope ExtraBold"/>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1" name="Google Shape;641;p28"/>
          <p:cNvSpPr txBox="1"/>
          <p:nvPr>
            <p:ph idx="15" type="subTitle"/>
          </p:nvPr>
        </p:nvSpPr>
        <p:spPr>
          <a:xfrm rot="-143157">
            <a:off x="515751" y="3848927"/>
            <a:ext cx="2644693" cy="761165"/>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2" name="Google Shape;642;p28"/>
          <p:cNvSpPr txBox="1"/>
          <p:nvPr>
            <p:ph idx="16" type="subTitle"/>
          </p:nvPr>
        </p:nvSpPr>
        <p:spPr>
          <a:xfrm>
            <a:off x="5975950" y="3457125"/>
            <a:ext cx="2506800" cy="935100"/>
          </a:xfrm>
          <a:prstGeom prst="rect">
            <a:avLst/>
          </a:prstGeom>
        </p:spPr>
        <p:txBody>
          <a:bodyPr anchorCtr="0" anchor="ctr" bIns="91425" lIns="182875" spcFirstLastPara="1" rIns="91425" wrap="square" tIns="0">
            <a:noAutofit/>
          </a:bodyPr>
          <a:lstStyle>
            <a:lvl1pPr lvl="0">
              <a:lnSpc>
                <a:spcPct val="100000"/>
              </a:lnSpc>
              <a:spcBef>
                <a:spcPts val="0"/>
              </a:spcBef>
              <a:spcAft>
                <a:spcPts val="0"/>
              </a:spcAft>
              <a:buSzPts val="1200"/>
              <a:buNone/>
              <a:defRPr sz="1000">
                <a:latin typeface="Manrope ExtraBold"/>
                <a:ea typeface="Manrope ExtraBold"/>
                <a:cs typeface="Manrope ExtraBold"/>
                <a:sym typeface="Manrope ExtraBold"/>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3" name="Google Shape;643;p28"/>
          <p:cNvSpPr txBox="1"/>
          <p:nvPr>
            <p:ph idx="17" type="subTitle"/>
          </p:nvPr>
        </p:nvSpPr>
        <p:spPr>
          <a:xfrm>
            <a:off x="5975950" y="3835925"/>
            <a:ext cx="2644800" cy="761100"/>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Subtitle and Note">
  <p:cSld name="CUSTOM_1_1_2_2">
    <p:spTree>
      <p:nvGrpSpPr>
        <p:cNvPr id="644" name="Shape 644"/>
        <p:cNvGrpSpPr/>
        <p:nvPr/>
      </p:nvGrpSpPr>
      <p:grpSpPr>
        <a:xfrm>
          <a:off x="0" y="0"/>
          <a:ext cx="0" cy="0"/>
          <a:chOff x="0" y="0"/>
          <a:chExt cx="0" cy="0"/>
        </a:xfrm>
      </p:grpSpPr>
      <p:sp>
        <p:nvSpPr>
          <p:cNvPr id="645" name="Google Shape;645;p29"/>
          <p:cNvSpPr txBox="1"/>
          <p:nvPr>
            <p:ph idx="1" type="body"/>
          </p:nvPr>
        </p:nvSpPr>
        <p:spPr>
          <a:xfrm>
            <a:off x="509725" y="1130288"/>
            <a:ext cx="4174800" cy="33540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200"/>
              <a:buNone/>
              <a:defRPr/>
            </a:lvl1pPr>
            <a:lvl2pPr indent="-304800" lvl="1" marL="914400">
              <a:spcBef>
                <a:spcPts val="0"/>
              </a:spcBef>
              <a:spcAft>
                <a:spcPts val="0"/>
              </a:spcAft>
              <a:buSzPts val="1200"/>
              <a:buFont typeface="Manrope"/>
              <a:buChar char="○"/>
              <a:defRPr/>
            </a:lvl2pPr>
            <a:lvl3pPr indent="-304800" lvl="2" marL="1371600">
              <a:spcBef>
                <a:spcPts val="0"/>
              </a:spcBef>
              <a:spcAft>
                <a:spcPts val="0"/>
              </a:spcAft>
              <a:buSzPts val="1200"/>
              <a:buFont typeface="Manrope"/>
              <a:buChar char="■"/>
              <a:defRPr/>
            </a:lvl3pPr>
            <a:lvl4pPr indent="-304800" lvl="3" marL="1828800">
              <a:spcBef>
                <a:spcPts val="0"/>
              </a:spcBef>
              <a:spcAft>
                <a:spcPts val="0"/>
              </a:spcAft>
              <a:buSzPts val="1200"/>
              <a:buFont typeface="Manrope"/>
              <a:buChar char="●"/>
              <a:defRPr/>
            </a:lvl4pPr>
            <a:lvl5pPr indent="-304800" lvl="4" marL="2286000">
              <a:spcBef>
                <a:spcPts val="0"/>
              </a:spcBef>
              <a:spcAft>
                <a:spcPts val="0"/>
              </a:spcAft>
              <a:buSzPts val="1200"/>
              <a:buFont typeface="Manrope"/>
              <a:buChar char="○"/>
              <a:defRPr/>
            </a:lvl5pPr>
            <a:lvl6pPr indent="-304800" lvl="5" marL="2743200">
              <a:spcBef>
                <a:spcPts val="0"/>
              </a:spcBef>
              <a:spcAft>
                <a:spcPts val="0"/>
              </a:spcAft>
              <a:buSzPts val="1200"/>
              <a:buFont typeface="Manrope"/>
              <a:buChar char="■"/>
              <a:defRPr/>
            </a:lvl6pPr>
            <a:lvl7pPr indent="-304800" lvl="6" marL="3200400">
              <a:spcBef>
                <a:spcPts val="0"/>
              </a:spcBef>
              <a:spcAft>
                <a:spcPts val="0"/>
              </a:spcAft>
              <a:buSzPts val="1200"/>
              <a:buFont typeface="Manrope"/>
              <a:buChar char="●"/>
              <a:defRPr/>
            </a:lvl7pPr>
            <a:lvl8pPr indent="-304800" lvl="7" marL="3657600">
              <a:spcBef>
                <a:spcPts val="0"/>
              </a:spcBef>
              <a:spcAft>
                <a:spcPts val="0"/>
              </a:spcAft>
              <a:buSzPts val="1200"/>
              <a:buFont typeface="Manrope"/>
              <a:buChar char="○"/>
              <a:defRPr/>
            </a:lvl8pPr>
            <a:lvl9pPr indent="-304800" lvl="8" marL="4114800">
              <a:spcBef>
                <a:spcPts val="0"/>
              </a:spcBef>
              <a:spcAft>
                <a:spcPts val="0"/>
              </a:spcAft>
              <a:buSzPts val="1200"/>
              <a:buFont typeface="Manrope"/>
              <a:buChar char="■"/>
              <a:defRPr/>
            </a:lvl9pPr>
          </a:lstStyle>
          <a:p/>
        </p:txBody>
      </p:sp>
      <p:cxnSp>
        <p:nvCxnSpPr>
          <p:cNvPr id="646" name="Google Shape;646;p29"/>
          <p:cNvCxnSpPr/>
          <p:nvPr/>
        </p:nvCxnSpPr>
        <p:spPr>
          <a:xfrm>
            <a:off x="0" y="28463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47" name="Google Shape;647;p29"/>
          <p:cNvCxnSpPr/>
          <p:nvPr/>
        </p:nvCxnSpPr>
        <p:spPr>
          <a:xfrm>
            <a:off x="0" y="30749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48" name="Google Shape;648;p29"/>
          <p:cNvCxnSpPr/>
          <p:nvPr/>
        </p:nvCxnSpPr>
        <p:spPr>
          <a:xfrm>
            <a:off x="0" y="33035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49" name="Google Shape;649;p29"/>
          <p:cNvCxnSpPr/>
          <p:nvPr/>
        </p:nvCxnSpPr>
        <p:spPr>
          <a:xfrm>
            <a:off x="0" y="35321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50" name="Google Shape;650;p29"/>
          <p:cNvCxnSpPr/>
          <p:nvPr/>
        </p:nvCxnSpPr>
        <p:spPr>
          <a:xfrm>
            <a:off x="0" y="37607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51" name="Google Shape;651;p29"/>
          <p:cNvCxnSpPr/>
          <p:nvPr/>
        </p:nvCxnSpPr>
        <p:spPr>
          <a:xfrm>
            <a:off x="0" y="39893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52" name="Google Shape;652;p29"/>
          <p:cNvCxnSpPr/>
          <p:nvPr/>
        </p:nvCxnSpPr>
        <p:spPr>
          <a:xfrm>
            <a:off x="0" y="42179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53" name="Google Shape;653;p29"/>
          <p:cNvCxnSpPr/>
          <p:nvPr/>
        </p:nvCxnSpPr>
        <p:spPr>
          <a:xfrm>
            <a:off x="0" y="44465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54" name="Google Shape;654;p29"/>
          <p:cNvCxnSpPr/>
          <p:nvPr/>
        </p:nvCxnSpPr>
        <p:spPr>
          <a:xfrm>
            <a:off x="0" y="46751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55" name="Google Shape;655;p29"/>
          <p:cNvCxnSpPr/>
          <p:nvPr/>
        </p:nvCxnSpPr>
        <p:spPr>
          <a:xfrm>
            <a:off x="0" y="49037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656" name="Google Shape;656;p29"/>
          <p:cNvCxnSpPr/>
          <p:nvPr/>
        </p:nvCxnSpPr>
        <p:spPr>
          <a:xfrm>
            <a:off x="0" y="939481"/>
            <a:ext cx="9144000" cy="0"/>
          </a:xfrm>
          <a:prstGeom prst="straightConnector1">
            <a:avLst/>
          </a:prstGeom>
          <a:noFill/>
          <a:ln cap="flat" cmpd="sng" w="9525">
            <a:solidFill>
              <a:schemeClr val="accent5"/>
            </a:solidFill>
            <a:prstDash val="solid"/>
            <a:round/>
            <a:headEnd len="sm" w="sm" type="none"/>
            <a:tailEnd len="sm" w="sm" type="none"/>
          </a:ln>
        </p:spPr>
      </p:cxnSp>
      <p:sp>
        <p:nvSpPr>
          <p:cNvPr id="657" name="Google Shape;657;p29"/>
          <p:cNvSpPr txBox="1"/>
          <p:nvPr>
            <p:ph type="title"/>
          </p:nvPr>
        </p:nvSpPr>
        <p:spPr>
          <a:xfrm>
            <a:off x="509725" y="525800"/>
            <a:ext cx="4785900" cy="600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100"/>
              <a:buNone/>
              <a:defRPr b="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658" name="Google Shape;658;p29"/>
          <p:cNvSpPr txBox="1"/>
          <p:nvPr>
            <p:ph idx="2" type="subTitle"/>
          </p:nvPr>
        </p:nvSpPr>
        <p:spPr>
          <a:xfrm rot="-182546">
            <a:off x="5376031" y="2587214"/>
            <a:ext cx="3108782" cy="501711"/>
          </a:xfrm>
          <a:prstGeom prst="rect">
            <a:avLst/>
          </a:prstGeom>
        </p:spPr>
        <p:txBody>
          <a:bodyPr anchorCtr="0" anchor="t" bIns="91425" lIns="182875" spcFirstLastPara="1" rIns="91425" wrap="square" tIns="91425">
            <a:noAutofit/>
          </a:bodyPr>
          <a:lstStyle>
            <a:lvl1pPr lvl="0">
              <a:lnSpc>
                <a:spcPct val="100000"/>
              </a:lnSpc>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9" name="Google Shape;659;p29"/>
          <p:cNvSpPr txBox="1"/>
          <p:nvPr>
            <p:ph idx="3" type="subTitle"/>
          </p:nvPr>
        </p:nvSpPr>
        <p:spPr>
          <a:xfrm rot="-182643">
            <a:off x="5853959" y="3074975"/>
            <a:ext cx="2977201" cy="1813059"/>
          </a:xfrm>
          <a:prstGeom prst="rect">
            <a:avLst/>
          </a:prstGeom>
        </p:spPr>
        <p:txBody>
          <a:bodyPr anchorCtr="0" anchor="t" bIns="91425" lIns="182875" spcFirstLastPara="1" rIns="91425" wrap="square" tIns="182875">
            <a:noAutofit/>
          </a:bodyPr>
          <a:lstStyle>
            <a:lvl1pPr lvl="0">
              <a:lnSpc>
                <a:spcPct val="100000"/>
              </a:lnSpc>
              <a:spcBef>
                <a:spcPts val="0"/>
              </a:spcBef>
              <a:spcAft>
                <a:spcPts val="0"/>
              </a:spcAft>
              <a:buSzPts val="12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6 Notes">
  <p:cSld name="CUSTOM_1_1_2_1">
    <p:spTree>
      <p:nvGrpSpPr>
        <p:cNvPr id="660" name="Shape 660"/>
        <p:cNvGrpSpPr/>
        <p:nvPr/>
      </p:nvGrpSpPr>
      <p:grpSpPr>
        <a:xfrm>
          <a:off x="0" y="0"/>
          <a:ext cx="0" cy="0"/>
          <a:chOff x="0" y="0"/>
          <a:chExt cx="0" cy="0"/>
        </a:xfrm>
      </p:grpSpPr>
      <p:sp>
        <p:nvSpPr>
          <p:cNvPr id="661" name="Google Shape;661;p30"/>
          <p:cNvSpPr txBox="1"/>
          <p:nvPr>
            <p:ph idx="1" type="subTitle"/>
          </p:nvPr>
        </p:nvSpPr>
        <p:spPr>
          <a:xfrm>
            <a:off x="2677850" y="665250"/>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800"/>
              <a:buFont typeface="Arial"/>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2" name="Google Shape;662;p30"/>
          <p:cNvSpPr txBox="1"/>
          <p:nvPr>
            <p:ph type="title"/>
          </p:nvPr>
        </p:nvSpPr>
        <p:spPr>
          <a:xfrm>
            <a:off x="5278050" y="277788"/>
            <a:ext cx="1032000" cy="292200"/>
          </a:xfrm>
          <a:prstGeom prst="rect">
            <a:avLst/>
          </a:prstGeom>
          <a:solidFill>
            <a:schemeClr val="dk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663" name="Google Shape;663;p30"/>
          <p:cNvSpPr txBox="1"/>
          <p:nvPr>
            <p:ph idx="2" type="title"/>
          </p:nvPr>
        </p:nvSpPr>
        <p:spPr>
          <a:xfrm>
            <a:off x="7518350" y="277788"/>
            <a:ext cx="1032000" cy="292200"/>
          </a:xfrm>
          <a:prstGeom prst="rect">
            <a:avLst/>
          </a:prstGeom>
          <a:solidFill>
            <a:schemeClr val="dk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b="1"/>
            </a:lvl2pPr>
            <a:lvl3pPr lvl="2">
              <a:spcBef>
                <a:spcPts val="0"/>
              </a:spcBef>
              <a:spcAft>
                <a:spcPts val="0"/>
              </a:spcAft>
              <a:buClr>
                <a:schemeClr val="lt1"/>
              </a:buClr>
              <a:buSzPts val="1400"/>
              <a:buNone/>
              <a:defRPr b="1"/>
            </a:lvl3pPr>
            <a:lvl4pPr lvl="3">
              <a:spcBef>
                <a:spcPts val="0"/>
              </a:spcBef>
              <a:spcAft>
                <a:spcPts val="0"/>
              </a:spcAft>
              <a:buClr>
                <a:schemeClr val="lt1"/>
              </a:buClr>
              <a:buSzPts val="1400"/>
              <a:buNone/>
              <a:defRPr b="1"/>
            </a:lvl4pPr>
            <a:lvl5pPr lvl="4">
              <a:spcBef>
                <a:spcPts val="0"/>
              </a:spcBef>
              <a:spcAft>
                <a:spcPts val="0"/>
              </a:spcAft>
              <a:buClr>
                <a:schemeClr val="lt1"/>
              </a:buClr>
              <a:buSzPts val="1400"/>
              <a:buNone/>
              <a:defRPr b="1"/>
            </a:lvl5pPr>
            <a:lvl6pPr lvl="5">
              <a:spcBef>
                <a:spcPts val="0"/>
              </a:spcBef>
              <a:spcAft>
                <a:spcPts val="0"/>
              </a:spcAft>
              <a:buClr>
                <a:schemeClr val="lt1"/>
              </a:buClr>
              <a:buSzPts val="1400"/>
              <a:buNone/>
              <a:defRPr b="1"/>
            </a:lvl6pPr>
            <a:lvl7pPr lvl="6">
              <a:spcBef>
                <a:spcPts val="0"/>
              </a:spcBef>
              <a:spcAft>
                <a:spcPts val="0"/>
              </a:spcAft>
              <a:buClr>
                <a:schemeClr val="lt1"/>
              </a:buClr>
              <a:buSzPts val="1400"/>
              <a:buNone/>
              <a:defRPr b="1"/>
            </a:lvl7pPr>
            <a:lvl8pPr lvl="7">
              <a:spcBef>
                <a:spcPts val="0"/>
              </a:spcBef>
              <a:spcAft>
                <a:spcPts val="0"/>
              </a:spcAft>
              <a:buClr>
                <a:schemeClr val="lt1"/>
              </a:buClr>
              <a:buSzPts val="1400"/>
              <a:buNone/>
              <a:defRPr b="1"/>
            </a:lvl8pPr>
            <a:lvl9pPr lvl="8">
              <a:spcBef>
                <a:spcPts val="0"/>
              </a:spcBef>
              <a:spcAft>
                <a:spcPts val="0"/>
              </a:spcAft>
              <a:buClr>
                <a:schemeClr val="lt1"/>
              </a:buClr>
              <a:buSzPts val="1400"/>
              <a:buNone/>
              <a:defRPr b="1"/>
            </a:lvl9pPr>
          </a:lstStyle>
          <a:p/>
        </p:txBody>
      </p:sp>
      <p:sp>
        <p:nvSpPr>
          <p:cNvPr id="664" name="Google Shape;664;p30"/>
          <p:cNvSpPr txBox="1"/>
          <p:nvPr>
            <p:ph idx="3" type="title"/>
          </p:nvPr>
        </p:nvSpPr>
        <p:spPr>
          <a:xfrm>
            <a:off x="3045175" y="2827013"/>
            <a:ext cx="1032000" cy="292200"/>
          </a:xfrm>
          <a:prstGeom prst="rect">
            <a:avLst/>
          </a:prstGeom>
          <a:solidFill>
            <a:schemeClr val="dk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b="1"/>
            </a:lvl2pPr>
            <a:lvl3pPr lvl="2">
              <a:spcBef>
                <a:spcPts val="0"/>
              </a:spcBef>
              <a:spcAft>
                <a:spcPts val="0"/>
              </a:spcAft>
              <a:buClr>
                <a:schemeClr val="lt1"/>
              </a:buClr>
              <a:buSzPts val="1400"/>
              <a:buNone/>
              <a:defRPr b="1"/>
            </a:lvl3pPr>
            <a:lvl4pPr lvl="3">
              <a:spcBef>
                <a:spcPts val="0"/>
              </a:spcBef>
              <a:spcAft>
                <a:spcPts val="0"/>
              </a:spcAft>
              <a:buClr>
                <a:schemeClr val="lt1"/>
              </a:buClr>
              <a:buSzPts val="1400"/>
              <a:buNone/>
              <a:defRPr b="1"/>
            </a:lvl4pPr>
            <a:lvl5pPr lvl="4">
              <a:spcBef>
                <a:spcPts val="0"/>
              </a:spcBef>
              <a:spcAft>
                <a:spcPts val="0"/>
              </a:spcAft>
              <a:buClr>
                <a:schemeClr val="lt1"/>
              </a:buClr>
              <a:buSzPts val="1400"/>
              <a:buNone/>
              <a:defRPr b="1"/>
            </a:lvl5pPr>
            <a:lvl6pPr lvl="5">
              <a:spcBef>
                <a:spcPts val="0"/>
              </a:spcBef>
              <a:spcAft>
                <a:spcPts val="0"/>
              </a:spcAft>
              <a:buClr>
                <a:schemeClr val="lt1"/>
              </a:buClr>
              <a:buSzPts val="1400"/>
              <a:buNone/>
              <a:defRPr b="1"/>
            </a:lvl6pPr>
            <a:lvl7pPr lvl="6">
              <a:spcBef>
                <a:spcPts val="0"/>
              </a:spcBef>
              <a:spcAft>
                <a:spcPts val="0"/>
              </a:spcAft>
              <a:buClr>
                <a:schemeClr val="lt1"/>
              </a:buClr>
              <a:buSzPts val="1400"/>
              <a:buNone/>
              <a:defRPr b="1"/>
            </a:lvl7pPr>
            <a:lvl8pPr lvl="7">
              <a:spcBef>
                <a:spcPts val="0"/>
              </a:spcBef>
              <a:spcAft>
                <a:spcPts val="0"/>
              </a:spcAft>
              <a:buClr>
                <a:schemeClr val="lt1"/>
              </a:buClr>
              <a:buSzPts val="1400"/>
              <a:buNone/>
              <a:defRPr b="1"/>
            </a:lvl8pPr>
            <a:lvl9pPr lvl="8">
              <a:spcBef>
                <a:spcPts val="0"/>
              </a:spcBef>
              <a:spcAft>
                <a:spcPts val="0"/>
              </a:spcAft>
              <a:buClr>
                <a:schemeClr val="lt1"/>
              </a:buClr>
              <a:buSzPts val="1400"/>
              <a:buNone/>
              <a:defRPr b="1"/>
            </a:lvl9pPr>
          </a:lstStyle>
          <a:p/>
        </p:txBody>
      </p:sp>
      <p:sp>
        <p:nvSpPr>
          <p:cNvPr id="665" name="Google Shape;665;p30"/>
          <p:cNvSpPr txBox="1"/>
          <p:nvPr>
            <p:ph idx="4" type="title"/>
          </p:nvPr>
        </p:nvSpPr>
        <p:spPr>
          <a:xfrm>
            <a:off x="5270625" y="2827013"/>
            <a:ext cx="1032000" cy="292200"/>
          </a:xfrm>
          <a:prstGeom prst="rect">
            <a:avLst/>
          </a:prstGeom>
          <a:solidFill>
            <a:schemeClr val="dk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b="1"/>
            </a:lvl2pPr>
            <a:lvl3pPr lvl="2">
              <a:spcBef>
                <a:spcPts val="0"/>
              </a:spcBef>
              <a:spcAft>
                <a:spcPts val="0"/>
              </a:spcAft>
              <a:buClr>
                <a:schemeClr val="lt1"/>
              </a:buClr>
              <a:buSzPts val="1400"/>
              <a:buNone/>
              <a:defRPr b="1"/>
            </a:lvl3pPr>
            <a:lvl4pPr lvl="3">
              <a:spcBef>
                <a:spcPts val="0"/>
              </a:spcBef>
              <a:spcAft>
                <a:spcPts val="0"/>
              </a:spcAft>
              <a:buClr>
                <a:schemeClr val="lt1"/>
              </a:buClr>
              <a:buSzPts val="1400"/>
              <a:buNone/>
              <a:defRPr b="1"/>
            </a:lvl4pPr>
            <a:lvl5pPr lvl="4">
              <a:spcBef>
                <a:spcPts val="0"/>
              </a:spcBef>
              <a:spcAft>
                <a:spcPts val="0"/>
              </a:spcAft>
              <a:buClr>
                <a:schemeClr val="lt1"/>
              </a:buClr>
              <a:buSzPts val="1400"/>
              <a:buNone/>
              <a:defRPr b="1"/>
            </a:lvl5pPr>
            <a:lvl6pPr lvl="5">
              <a:spcBef>
                <a:spcPts val="0"/>
              </a:spcBef>
              <a:spcAft>
                <a:spcPts val="0"/>
              </a:spcAft>
              <a:buClr>
                <a:schemeClr val="lt1"/>
              </a:buClr>
              <a:buSzPts val="1400"/>
              <a:buNone/>
              <a:defRPr b="1"/>
            </a:lvl6pPr>
            <a:lvl7pPr lvl="6">
              <a:spcBef>
                <a:spcPts val="0"/>
              </a:spcBef>
              <a:spcAft>
                <a:spcPts val="0"/>
              </a:spcAft>
              <a:buClr>
                <a:schemeClr val="lt1"/>
              </a:buClr>
              <a:buSzPts val="1400"/>
              <a:buNone/>
              <a:defRPr b="1"/>
            </a:lvl7pPr>
            <a:lvl8pPr lvl="7">
              <a:spcBef>
                <a:spcPts val="0"/>
              </a:spcBef>
              <a:spcAft>
                <a:spcPts val="0"/>
              </a:spcAft>
              <a:buClr>
                <a:schemeClr val="lt1"/>
              </a:buClr>
              <a:buSzPts val="1400"/>
              <a:buNone/>
              <a:defRPr b="1"/>
            </a:lvl8pPr>
            <a:lvl9pPr lvl="8">
              <a:spcBef>
                <a:spcPts val="0"/>
              </a:spcBef>
              <a:spcAft>
                <a:spcPts val="0"/>
              </a:spcAft>
              <a:buClr>
                <a:schemeClr val="lt1"/>
              </a:buClr>
              <a:buSzPts val="1400"/>
              <a:buNone/>
              <a:defRPr b="1"/>
            </a:lvl9pPr>
          </a:lstStyle>
          <a:p/>
        </p:txBody>
      </p:sp>
      <p:sp>
        <p:nvSpPr>
          <p:cNvPr id="666" name="Google Shape;666;p30"/>
          <p:cNvSpPr txBox="1"/>
          <p:nvPr>
            <p:ph idx="5" type="title"/>
          </p:nvPr>
        </p:nvSpPr>
        <p:spPr>
          <a:xfrm>
            <a:off x="7510925" y="2827013"/>
            <a:ext cx="1032000" cy="292200"/>
          </a:xfrm>
          <a:prstGeom prst="rect">
            <a:avLst/>
          </a:prstGeom>
          <a:solidFill>
            <a:schemeClr val="dk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b="1"/>
            </a:lvl2pPr>
            <a:lvl3pPr lvl="2">
              <a:spcBef>
                <a:spcPts val="0"/>
              </a:spcBef>
              <a:spcAft>
                <a:spcPts val="0"/>
              </a:spcAft>
              <a:buClr>
                <a:schemeClr val="lt1"/>
              </a:buClr>
              <a:buSzPts val="1400"/>
              <a:buNone/>
              <a:defRPr b="1"/>
            </a:lvl3pPr>
            <a:lvl4pPr lvl="3">
              <a:spcBef>
                <a:spcPts val="0"/>
              </a:spcBef>
              <a:spcAft>
                <a:spcPts val="0"/>
              </a:spcAft>
              <a:buClr>
                <a:schemeClr val="lt1"/>
              </a:buClr>
              <a:buSzPts val="1400"/>
              <a:buNone/>
              <a:defRPr b="1"/>
            </a:lvl4pPr>
            <a:lvl5pPr lvl="4">
              <a:spcBef>
                <a:spcPts val="0"/>
              </a:spcBef>
              <a:spcAft>
                <a:spcPts val="0"/>
              </a:spcAft>
              <a:buClr>
                <a:schemeClr val="lt1"/>
              </a:buClr>
              <a:buSzPts val="1400"/>
              <a:buNone/>
              <a:defRPr b="1"/>
            </a:lvl5pPr>
            <a:lvl6pPr lvl="5">
              <a:spcBef>
                <a:spcPts val="0"/>
              </a:spcBef>
              <a:spcAft>
                <a:spcPts val="0"/>
              </a:spcAft>
              <a:buClr>
                <a:schemeClr val="lt1"/>
              </a:buClr>
              <a:buSzPts val="1400"/>
              <a:buNone/>
              <a:defRPr b="1"/>
            </a:lvl6pPr>
            <a:lvl7pPr lvl="6">
              <a:spcBef>
                <a:spcPts val="0"/>
              </a:spcBef>
              <a:spcAft>
                <a:spcPts val="0"/>
              </a:spcAft>
              <a:buClr>
                <a:schemeClr val="lt1"/>
              </a:buClr>
              <a:buSzPts val="1400"/>
              <a:buNone/>
              <a:defRPr b="1"/>
            </a:lvl7pPr>
            <a:lvl8pPr lvl="7">
              <a:spcBef>
                <a:spcPts val="0"/>
              </a:spcBef>
              <a:spcAft>
                <a:spcPts val="0"/>
              </a:spcAft>
              <a:buClr>
                <a:schemeClr val="lt1"/>
              </a:buClr>
              <a:buSzPts val="1400"/>
              <a:buNone/>
              <a:defRPr b="1"/>
            </a:lvl8pPr>
            <a:lvl9pPr lvl="8">
              <a:spcBef>
                <a:spcPts val="0"/>
              </a:spcBef>
              <a:spcAft>
                <a:spcPts val="0"/>
              </a:spcAft>
              <a:buClr>
                <a:schemeClr val="lt1"/>
              </a:buClr>
              <a:buSzPts val="1400"/>
              <a:buNone/>
              <a:defRPr b="1"/>
            </a:lvl9pPr>
          </a:lstStyle>
          <a:p/>
        </p:txBody>
      </p:sp>
      <p:sp>
        <p:nvSpPr>
          <p:cNvPr id="667" name="Google Shape;667;p30"/>
          <p:cNvSpPr txBox="1"/>
          <p:nvPr>
            <p:ph idx="6" type="title"/>
          </p:nvPr>
        </p:nvSpPr>
        <p:spPr>
          <a:xfrm>
            <a:off x="521275" y="525800"/>
            <a:ext cx="1897500" cy="143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1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8" name="Google Shape;668;p30"/>
          <p:cNvSpPr/>
          <p:nvPr/>
        </p:nvSpPr>
        <p:spPr>
          <a:xfrm>
            <a:off x="673550" y="3164224"/>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669" name="Google Shape;669;p30"/>
          <p:cNvSpPr/>
          <p:nvPr/>
        </p:nvSpPr>
        <p:spPr>
          <a:xfrm>
            <a:off x="673550" y="3413020"/>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670" name="Google Shape;670;p30"/>
          <p:cNvSpPr/>
          <p:nvPr/>
        </p:nvSpPr>
        <p:spPr>
          <a:xfrm>
            <a:off x="673550" y="3661816"/>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671" name="Google Shape;671;p30"/>
          <p:cNvSpPr/>
          <p:nvPr/>
        </p:nvSpPr>
        <p:spPr>
          <a:xfrm>
            <a:off x="673550" y="3910626"/>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672" name="Google Shape;672;p30"/>
          <p:cNvSpPr/>
          <p:nvPr/>
        </p:nvSpPr>
        <p:spPr>
          <a:xfrm>
            <a:off x="673550" y="4159422"/>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673" name="Google Shape;673;p30"/>
          <p:cNvSpPr/>
          <p:nvPr/>
        </p:nvSpPr>
        <p:spPr>
          <a:xfrm>
            <a:off x="673550" y="4408217"/>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grpSp>
        <p:nvGrpSpPr>
          <p:cNvPr id="674" name="Google Shape;674;p30"/>
          <p:cNvGrpSpPr/>
          <p:nvPr/>
        </p:nvGrpSpPr>
        <p:grpSpPr>
          <a:xfrm>
            <a:off x="666102" y="3359600"/>
            <a:ext cx="1540800" cy="1232286"/>
            <a:chOff x="666102" y="3359600"/>
            <a:chExt cx="1540800" cy="1232286"/>
          </a:xfrm>
        </p:grpSpPr>
        <p:cxnSp>
          <p:nvCxnSpPr>
            <p:cNvPr id="675" name="Google Shape;675;p30"/>
            <p:cNvCxnSpPr/>
            <p:nvPr/>
          </p:nvCxnSpPr>
          <p:spPr>
            <a:xfrm>
              <a:off x="666102" y="3359600"/>
              <a:ext cx="1540800" cy="0"/>
            </a:xfrm>
            <a:prstGeom prst="straightConnector1">
              <a:avLst/>
            </a:prstGeom>
            <a:noFill/>
            <a:ln cap="flat" cmpd="sng" w="9525">
              <a:solidFill>
                <a:schemeClr val="accent5"/>
              </a:solidFill>
              <a:prstDash val="solid"/>
              <a:round/>
              <a:headEnd len="sm" w="sm" type="none"/>
              <a:tailEnd len="sm" w="sm" type="none"/>
            </a:ln>
          </p:spPr>
        </p:cxnSp>
        <p:cxnSp>
          <p:nvCxnSpPr>
            <p:cNvPr id="676" name="Google Shape;676;p30"/>
            <p:cNvCxnSpPr/>
            <p:nvPr/>
          </p:nvCxnSpPr>
          <p:spPr>
            <a:xfrm>
              <a:off x="666102" y="3603081"/>
              <a:ext cx="1540800" cy="0"/>
            </a:xfrm>
            <a:prstGeom prst="straightConnector1">
              <a:avLst/>
            </a:prstGeom>
            <a:noFill/>
            <a:ln cap="flat" cmpd="sng" w="9525">
              <a:solidFill>
                <a:schemeClr val="accent5"/>
              </a:solidFill>
              <a:prstDash val="solid"/>
              <a:round/>
              <a:headEnd len="sm" w="sm" type="none"/>
              <a:tailEnd len="sm" w="sm" type="none"/>
            </a:ln>
          </p:spPr>
        </p:cxnSp>
        <p:cxnSp>
          <p:nvCxnSpPr>
            <p:cNvPr id="677" name="Google Shape;677;p30"/>
            <p:cNvCxnSpPr/>
            <p:nvPr/>
          </p:nvCxnSpPr>
          <p:spPr>
            <a:xfrm>
              <a:off x="666102" y="3846561"/>
              <a:ext cx="1540800" cy="0"/>
            </a:xfrm>
            <a:prstGeom prst="straightConnector1">
              <a:avLst/>
            </a:prstGeom>
            <a:noFill/>
            <a:ln cap="flat" cmpd="sng" w="9525">
              <a:solidFill>
                <a:schemeClr val="accent5"/>
              </a:solidFill>
              <a:prstDash val="solid"/>
              <a:round/>
              <a:headEnd len="sm" w="sm" type="none"/>
              <a:tailEnd len="sm" w="sm" type="none"/>
            </a:ln>
          </p:spPr>
        </p:cxnSp>
        <p:cxnSp>
          <p:nvCxnSpPr>
            <p:cNvPr id="678" name="Google Shape;678;p30"/>
            <p:cNvCxnSpPr/>
            <p:nvPr/>
          </p:nvCxnSpPr>
          <p:spPr>
            <a:xfrm>
              <a:off x="666102" y="4090042"/>
              <a:ext cx="1540800" cy="0"/>
            </a:xfrm>
            <a:prstGeom prst="straightConnector1">
              <a:avLst/>
            </a:prstGeom>
            <a:noFill/>
            <a:ln cap="flat" cmpd="sng" w="9525">
              <a:solidFill>
                <a:schemeClr val="accent5"/>
              </a:solidFill>
              <a:prstDash val="solid"/>
              <a:round/>
              <a:headEnd len="sm" w="sm" type="none"/>
              <a:tailEnd len="sm" w="sm" type="none"/>
            </a:ln>
          </p:spPr>
        </p:cxnSp>
        <p:cxnSp>
          <p:nvCxnSpPr>
            <p:cNvPr id="679" name="Google Shape;679;p30"/>
            <p:cNvCxnSpPr/>
            <p:nvPr/>
          </p:nvCxnSpPr>
          <p:spPr>
            <a:xfrm>
              <a:off x="666102" y="4340963"/>
              <a:ext cx="1540800" cy="0"/>
            </a:xfrm>
            <a:prstGeom prst="straightConnector1">
              <a:avLst/>
            </a:prstGeom>
            <a:noFill/>
            <a:ln cap="flat" cmpd="sng" w="9525">
              <a:solidFill>
                <a:schemeClr val="accent5"/>
              </a:solidFill>
              <a:prstDash val="solid"/>
              <a:round/>
              <a:headEnd len="sm" w="sm" type="none"/>
              <a:tailEnd len="sm" w="sm" type="none"/>
            </a:ln>
          </p:spPr>
        </p:cxnSp>
        <p:cxnSp>
          <p:nvCxnSpPr>
            <p:cNvPr id="680" name="Google Shape;680;p30"/>
            <p:cNvCxnSpPr/>
            <p:nvPr/>
          </p:nvCxnSpPr>
          <p:spPr>
            <a:xfrm>
              <a:off x="666102" y="4591886"/>
              <a:ext cx="1540800" cy="0"/>
            </a:xfrm>
            <a:prstGeom prst="straightConnector1">
              <a:avLst/>
            </a:prstGeom>
            <a:noFill/>
            <a:ln cap="flat" cmpd="sng" w="9525">
              <a:solidFill>
                <a:schemeClr val="accent5"/>
              </a:solidFill>
              <a:prstDash val="solid"/>
              <a:round/>
              <a:headEnd len="sm" w="sm" type="none"/>
              <a:tailEnd len="sm" w="sm" type="none"/>
            </a:ln>
          </p:spPr>
        </p:cxnSp>
      </p:grpSp>
      <p:cxnSp>
        <p:nvCxnSpPr>
          <p:cNvPr id="681" name="Google Shape;681;p30"/>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682" name="Google Shape;682;p30"/>
          <p:cNvGrpSpPr/>
          <p:nvPr/>
        </p:nvGrpSpPr>
        <p:grpSpPr>
          <a:xfrm>
            <a:off x="114406" y="175123"/>
            <a:ext cx="134104" cy="4750255"/>
            <a:chOff x="114406" y="175123"/>
            <a:chExt cx="134104" cy="4750255"/>
          </a:xfrm>
        </p:grpSpPr>
        <p:grpSp>
          <p:nvGrpSpPr>
            <p:cNvPr id="683" name="Google Shape;683;p30"/>
            <p:cNvGrpSpPr/>
            <p:nvPr/>
          </p:nvGrpSpPr>
          <p:grpSpPr>
            <a:xfrm>
              <a:off x="114406" y="175123"/>
              <a:ext cx="134104" cy="4334807"/>
              <a:chOff x="5432271" y="383100"/>
              <a:chExt cx="137854" cy="4456010"/>
            </a:xfrm>
          </p:grpSpPr>
          <p:grpSp>
            <p:nvGrpSpPr>
              <p:cNvPr id="684" name="Google Shape;684;p30"/>
              <p:cNvGrpSpPr/>
              <p:nvPr/>
            </p:nvGrpSpPr>
            <p:grpSpPr>
              <a:xfrm>
                <a:off x="5432271" y="383100"/>
                <a:ext cx="137854" cy="981668"/>
                <a:chOff x="5432271" y="383100"/>
                <a:chExt cx="137854" cy="981668"/>
              </a:xfrm>
            </p:grpSpPr>
            <p:sp>
              <p:nvSpPr>
                <p:cNvPr id="685" name="Google Shape;685;p30"/>
                <p:cNvSpPr/>
                <p:nvPr/>
              </p:nvSpPr>
              <p:spPr>
                <a:xfrm>
                  <a:off x="5433925" y="82211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86" name="Google Shape;686;p30"/>
                <p:cNvSpPr/>
                <p:nvPr/>
              </p:nvSpPr>
              <p:spPr>
                <a:xfrm>
                  <a:off x="5432271" y="383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87" name="Google Shape;687;p30"/>
                <p:cNvSpPr/>
                <p:nvPr/>
              </p:nvSpPr>
              <p:spPr>
                <a:xfrm>
                  <a:off x="5433925" y="1233968"/>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88" name="Google Shape;688;p30"/>
              <p:cNvGrpSpPr/>
              <p:nvPr/>
            </p:nvGrpSpPr>
            <p:grpSpPr>
              <a:xfrm>
                <a:off x="5432271" y="1678500"/>
                <a:ext cx="137854" cy="981668"/>
                <a:chOff x="5432271" y="383100"/>
                <a:chExt cx="137854" cy="981668"/>
              </a:xfrm>
            </p:grpSpPr>
            <p:sp>
              <p:nvSpPr>
                <p:cNvPr id="689" name="Google Shape;689;p30"/>
                <p:cNvSpPr/>
                <p:nvPr/>
              </p:nvSpPr>
              <p:spPr>
                <a:xfrm>
                  <a:off x="5432271" y="383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90" name="Google Shape;690;p30"/>
                <p:cNvSpPr/>
                <p:nvPr/>
              </p:nvSpPr>
              <p:spPr>
                <a:xfrm>
                  <a:off x="5433925" y="82211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91" name="Google Shape;691;p30"/>
                <p:cNvSpPr/>
                <p:nvPr/>
              </p:nvSpPr>
              <p:spPr>
                <a:xfrm>
                  <a:off x="5433925" y="1233968"/>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92" name="Google Shape;692;p30"/>
              <p:cNvGrpSpPr/>
              <p:nvPr/>
            </p:nvGrpSpPr>
            <p:grpSpPr>
              <a:xfrm>
                <a:off x="5432271" y="2973900"/>
                <a:ext cx="137854" cy="981668"/>
                <a:chOff x="5432271" y="383100"/>
                <a:chExt cx="137854" cy="981668"/>
              </a:xfrm>
            </p:grpSpPr>
            <p:sp>
              <p:nvSpPr>
                <p:cNvPr id="693" name="Google Shape;693;p30"/>
                <p:cNvSpPr/>
                <p:nvPr/>
              </p:nvSpPr>
              <p:spPr>
                <a:xfrm>
                  <a:off x="5432271" y="383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94" name="Google Shape;694;p30"/>
                <p:cNvSpPr/>
                <p:nvPr/>
              </p:nvSpPr>
              <p:spPr>
                <a:xfrm>
                  <a:off x="5433925" y="82211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95" name="Google Shape;695;p30"/>
                <p:cNvSpPr/>
                <p:nvPr/>
              </p:nvSpPr>
              <p:spPr>
                <a:xfrm>
                  <a:off x="5433925" y="1233968"/>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96" name="Google Shape;696;p30"/>
              <p:cNvGrpSpPr/>
              <p:nvPr/>
            </p:nvGrpSpPr>
            <p:grpSpPr>
              <a:xfrm>
                <a:off x="5432271" y="4269300"/>
                <a:ext cx="137854" cy="569810"/>
                <a:chOff x="5432271" y="383100"/>
                <a:chExt cx="137854" cy="569810"/>
              </a:xfrm>
            </p:grpSpPr>
            <p:sp>
              <p:nvSpPr>
                <p:cNvPr id="697" name="Google Shape;697;p30"/>
                <p:cNvSpPr/>
                <p:nvPr/>
              </p:nvSpPr>
              <p:spPr>
                <a:xfrm>
                  <a:off x="5432271" y="383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98" name="Google Shape;698;p30"/>
                <p:cNvSpPr/>
                <p:nvPr/>
              </p:nvSpPr>
              <p:spPr>
                <a:xfrm>
                  <a:off x="5433925" y="82211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699" name="Google Shape;699;p30"/>
            <p:cNvSpPr/>
            <p:nvPr/>
          </p:nvSpPr>
          <p:spPr>
            <a:xfrm>
              <a:off x="115150" y="4798178"/>
              <a:ext cx="132600" cy="127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700" name="Google Shape;700;p30"/>
          <p:cNvSpPr txBox="1"/>
          <p:nvPr>
            <p:ph idx="7" type="title"/>
          </p:nvPr>
        </p:nvSpPr>
        <p:spPr>
          <a:xfrm rot="-269417">
            <a:off x="593100" y="2197119"/>
            <a:ext cx="1597905" cy="680076"/>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1200">
                <a:latin typeface="Manrope"/>
                <a:ea typeface="Manrope"/>
                <a:cs typeface="Manrope"/>
                <a:sym typeface="Manrope"/>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01" name="Google Shape;701;p30"/>
          <p:cNvSpPr txBox="1"/>
          <p:nvPr>
            <p:ph idx="8" type="title"/>
          </p:nvPr>
        </p:nvSpPr>
        <p:spPr>
          <a:xfrm>
            <a:off x="3052600" y="277788"/>
            <a:ext cx="1032000" cy="292200"/>
          </a:xfrm>
          <a:prstGeom prst="rect">
            <a:avLst/>
          </a:prstGeom>
          <a:solidFill>
            <a:schemeClr val="dk2"/>
          </a:solidFill>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702" name="Google Shape;702;p30"/>
          <p:cNvSpPr txBox="1"/>
          <p:nvPr>
            <p:ph idx="9" type="subTitle"/>
          </p:nvPr>
        </p:nvSpPr>
        <p:spPr>
          <a:xfrm>
            <a:off x="4866000" y="665250"/>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3" name="Google Shape;703;p30"/>
          <p:cNvSpPr txBox="1"/>
          <p:nvPr>
            <p:ph idx="13" type="subTitle"/>
          </p:nvPr>
        </p:nvSpPr>
        <p:spPr>
          <a:xfrm>
            <a:off x="7085600" y="665250"/>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4" name="Google Shape;704;p30"/>
          <p:cNvSpPr txBox="1"/>
          <p:nvPr>
            <p:ph idx="14" type="subTitle"/>
          </p:nvPr>
        </p:nvSpPr>
        <p:spPr>
          <a:xfrm>
            <a:off x="2677850" y="3251325"/>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5" name="Google Shape;705;p30"/>
          <p:cNvSpPr txBox="1"/>
          <p:nvPr>
            <p:ph idx="15" type="subTitle"/>
          </p:nvPr>
        </p:nvSpPr>
        <p:spPr>
          <a:xfrm>
            <a:off x="4866000" y="3251325"/>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6" name="Google Shape;706;p30"/>
          <p:cNvSpPr txBox="1"/>
          <p:nvPr>
            <p:ph idx="16" type="subTitle"/>
          </p:nvPr>
        </p:nvSpPr>
        <p:spPr>
          <a:xfrm>
            <a:off x="7085600" y="3251325"/>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BLANK_1_1_1_2">
    <p:bg>
      <p:bgPr>
        <a:solidFill>
          <a:schemeClr val="lt2"/>
        </a:solidFill>
      </p:bgPr>
    </p:bg>
    <p:spTree>
      <p:nvGrpSpPr>
        <p:cNvPr id="707" name="Shape 707"/>
        <p:cNvGrpSpPr/>
        <p:nvPr/>
      </p:nvGrpSpPr>
      <p:grpSpPr>
        <a:xfrm>
          <a:off x="0" y="0"/>
          <a:ext cx="0" cy="0"/>
          <a:chOff x="0" y="0"/>
          <a:chExt cx="0" cy="0"/>
        </a:xfrm>
      </p:grpSpPr>
      <p:sp>
        <p:nvSpPr>
          <p:cNvPr id="708" name="Google Shape;708;p31"/>
          <p:cNvSpPr/>
          <p:nvPr/>
        </p:nvSpPr>
        <p:spPr>
          <a:xfrm>
            <a:off x="2341800" y="0"/>
            <a:ext cx="68022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09" name="Google Shape;709;p31"/>
          <p:cNvSpPr txBox="1"/>
          <p:nvPr>
            <p:ph idx="1" type="body"/>
          </p:nvPr>
        </p:nvSpPr>
        <p:spPr>
          <a:xfrm>
            <a:off x="2802500" y="1001400"/>
            <a:ext cx="2465700" cy="134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grpSp>
        <p:nvGrpSpPr>
          <p:cNvPr id="710" name="Google Shape;710;p31"/>
          <p:cNvGrpSpPr/>
          <p:nvPr/>
        </p:nvGrpSpPr>
        <p:grpSpPr>
          <a:xfrm rot="5400000">
            <a:off x="6680877" y="-2076119"/>
            <a:ext cx="184470" cy="4334807"/>
            <a:chOff x="5380497" y="383100"/>
            <a:chExt cx="189628" cy="4456010"/>
          </a:xfrm>
        </p:grpSpPr>
        <p:grpSp>
          <p:nvGrpSpPr>
            <p:cNvPr id="711" name="Google Shape;711;p31"/>
            <p:cNvGrpSpPr/>
            <p:nvPr/>
          </p:nvGrpSpPr>
          <p:grpSpPr>
            <a:xfrm>
              <a:off x="5380497" y="383100"/>
              <a:ext cx="189628" cy="981668"/>
              <a:chOff x="5380497" y="383100"/>
              <a:chExt cx="189628" cy="981668"/>
            </a:xfrm>
          </p:grpSpPr>
          <p:grpSp>
            <p:nvGrpSpPr>
              <p:cNvPr id="712" name="Google Shape;712;p31"/>
              <p:cNvGrpSpPr/>
              <p:nvPr/>
            </p:nvGrpSpPr>
            <p:grpSpPr>
              <a:xfrm>
                <a:off x="5380497" y="383100"/>
                <a:ext cx="187974" cy="130800"/>
                <a:chOff x="4804925" y="764100"/>
                <a:chExt cx="187974" cy="130800"/>
              </a:xfrm>
            </p:grpSpPr>
            <p:sp>
              <p:nvSpPr>
                <p:cNvPr id="713" name="Google Shape;713;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14" name="Google Shape;714;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15" name="Google Shape;715;p31"/>
              <p:cNvGrpSpPr/>
              <p:nvPr/>
            </p:nvGrpSpPr>
            <p:grpSpPr>
              <a:xfrm>
                <a:off x="5382151" y="822110"/>
                <a:ext cx="187974" cy="130800"/>
                <a:chOff x="4804925" y="764100"/>
                <a:chExt cx="187974" cy="130800"/>
              </a:xfrm>
            </p:grpSpPr>
            <p:sp>
              <p:nvSpPr>
                <p:cNvPr id="716" name="Google Shape;716;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17" name="Google Shape;717;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18" name="Google Shape;718;p31"/>
              <p:cNvGrpSpPr/>
              <p:nvPr/>
            </p:nvGrpSpPr>
            <p:grpSpPr>
              <a:xfrm>
                <a:off x="5382151" y="1233968"/>
                <a:ext cx="187974" cy="130800"/>
                <a:chOff x="4804925" y="764100"/>
                <a:chExt cx="187974" cy="130800"/>
              </a:xfrm>
            </p:grpSpPr>
            <p:sp>
              <p:nvSpPr>
                <p:cNvPr id="719" name="Google Shape;719;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20" name="Google Shape;720;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721" name="Google Shape;721;p31"/>
            <p:cNvGrpSpPr/>
            <p:nvPr/>
          </p:nvGrpSpPr>
          <p:grpSpPr>
            <a:xfrm>
              <a:off x="5380497" y="1678500"/>
              <a:ext cx="189628" cy="981668"/>
              <a:chOff x="5380497" y="383100"/>
              <a:chExt cx="189628" cy="981668"/>
            </a:xfrm>
          </p:grpSpPr>
          <p:grpSp>
            <p:nvGrpSpPr>
              <p:cNvPr id="722" name="Google Shape;722;p31"/>
              <p:cNvGrpSpPr/>
              <p:nvPr/>
            </p:nvGrpSpPr>
            <p:grpSpPr>
              <a:xfrm>
                <a:off x="5380497" y="383100"/>
                <a:ext cx="187974" cy="130800"/>
                <a:chOff x="4804925" y="764100"/>
                <a:chExt cx="187974" cy="130800"/>
              </a:xfrm>
            </p:grpSpPr>
            <p:sp>
              <p:nvSpPr>
                <p:cNvPr id="723" name="Google Shape;723;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24" name="Google Shape;724;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25" name="Google Shape;725;p31"/>
              <p:cNvGrpSpPr/>
              <p:nvPr/>
            </p:nvGrpSpPr>
            <p:grpSpPr>
              <a:xfrm>
                <a:off x="5382151" y="822110"/>
                <a:ext cx="187974" cy="130800"/>
                <a:chOff x="4804925" y="764100"/>
                <a:chExt cx="187974" cy="130800"/>
              </a:xfrm>
            </p:grpSpPr>
            <p:sp>
              <p:nvSpPr>
                <p:cNvPr id="726" name="Google Shape;726;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27" name="Google Shape;727;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28" name="Google Shape;728;p31"/>
              <p:cNvGrpSpPr/>
              <p:nvPr/>
            </p:nvGrpSpPr>
            <p:grpSpPr>
              <a:xfrm>
                <a:off x="5382151" y="1233968"/>
                <a:ext cx="187974" cy="130800"/>
                <a:chOff x="4804925" y="764100"/>
                <a:chExt cx="187974" cy="130800"/>
              </a:xfrm>
            </p:grpSpPr>
            <p:sp>
              <p:nvSpPr>
                <p:cNvPr id="729" name="Google Shape;729;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30" name="Google Shape;730;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731" name="Google Shape;731;p31"/>
            <p:cNvGrpSpPr/>
            <p:nvPr/>
          </p:nvGrpSpPr>
          <p:grpSpPr>
            <a:xfrm>
              <a:off x="5380497" y="2973900"/>
              <a:ext cx="189628" cy="981668"/>
              <a:chOff x="5380497" y="383100"/>
              <a:chExt cx="189628" cy="981668"/>
            </a:xfrm>
          </p:grpSpPr>
          <p:grpSp>
            <p:nvGrpSpPr>
              <p:cNvPr id="732" name="Google Shape;732;p31"/>
              <p:cNvGrpSpPr/>
              <p:nvPr/>
            </p:nvGrpSpPr>
            <p:grpSpPr>
              <a:xfrm>
                <a:off x="5380497" y="383100"/>
                <a:ext cx="187974" cy="130800"/>
                <a:chOff x="4804925" y="764100"/>
                <a:chExt cx="187974" cy="130800"/>
              </a:xfrm>
            </p:grpSpPr>
            <p:sp>
              <p:nvSpPr>
                <p:cNvPr id="733" name="Google Shape;733;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34" name="Google Shape;734;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35" name="Google Shape;735;p31"/>
              <p:cNvGrpSpPr/>
              <p:nvPr/>
            </p:nvGrpSpPr>
            <p:grpSpPr>
              <a:xfrm>
                <a:off x="5382151" y="822110"/>
                <a:ext cx="187974" cy="130800"/>
                <a:chOff x="4804925" y="764100"/>
                <a:chExt cx="187974" cy="130800"/>
              </a:xfrm>
            </p:grpSpPr>
            <p:sp>
              <p:nvSpPr>
                <p:cNvPr id="736" name="Google Shape;736;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37" name="Google Shape;737;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38" name="Google Shape;738;p31"/>
              <p:cNvGrpSpPr/>
              <p:nvPr/>
            </p:nvGrpSpPr>
            <p:grpSpPr>
              <a:xfrm>
                <a:off x="5382151" y="1233968"/>
                <a:ext cx="187974" cy="130800"/>
                <a:chOff x="4804925" y="764100"/>
                <a:chExt cx="187974" cy="130800"/>
              </a:xfrm>
            </p:grpSpPr>
            <p:sp>
              <p:nvSpPr>
                <p:cNvPr id="739" name="Google Shape;739;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40" name="Google Shape;740;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741" name="Google Shape;741;p31"/>
            <p:cNvGrpSpPr/>
            <p:nvPr/>
          </p:nvGrpSpPr>
          <p:grpSpPr>
            <a:xfrm>
              <a:off x="5380497" y="4269300"/>
              <a:ext cx="189628" cy="569810"/>
              <a:chOff x="5380497" y="383100"/>
              <a:chExt cx="189628" cy="569810"/>
            </a:xfrm>
          </p:grpSpPr>
          <p:grpSp>
            <p:nvGrpSpPr>
              <p:cNvPr id="742" name="Google Shape;742;p31"/>
              <p:cNvGrpSpPr/>
              <p:nvPr/>
            </p:nvGrpSpPr>
            <p:grpSpPr>
              <a:xfrm>
                <a:off x="5380497" y="383100"/>
                <a:ext cx="187974" cy="130800"/>
                <a:chOff x="4804925" y="764100"/>
                <a:chExt cx="187974" cy="130800"/>
              </a:xfrm>
            </p:grpSpPr>
            <p:sp>
              <p:nvSpPr>
                <p:cNvPr id="743" name="Google Shape;743;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44" name="Google Shape;744;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45" name="Google Shape;745;p31"/>
              <p:cNvGrpSpPr/>
              <p:nvPr/>
            </p:nvGrpSpPr>
            <p:grpSpPr>
              <a:xfrm>
                <a:off x="5382151" y="822110"/>
                <a:ext cx="187974" cy="130800"/>
                <a:chOff x="4804925" y="764100"/>
                <a:chExt cx="187974" cy="130800"/>
              </a:xfrm>
            </p:grpSpPr>
            <p:sp>
              <p:nvSpPr>
                <p:cNvPr id="746" name="Google Shape;746;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47" name="Google Shape;747;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grpSp>
        <p:nvGrpSpPr>
          <p:cNvPr id="748" name="Google Shape;748;p31"/>
          <p:cNvGrpSpPr/>
          <p:nvPr/>
        </p:nvGrpSpPr>
        <p:grpSpPr>
          <a:xfrm rot="5400000">
            <a:off x="3292843" y="-815956"/>
            <a:ext cx="184470" cy="1814476"/>
            <a:chOff x="5380497" y="383100"/>
            <a:chExt cx="189628" cy="1865210"/>
          </a:xfrm>
        </p:grpSpPr>
        <p:grpSp>
          <p:nvGrpSpPr>
            <p:cNvPr id="749" name="Google Shape;749;p31"/>
            <p:cNvGrpSpPr/>
            <p:nvPr/>
          </p:nvGrpSpPr>
          <p:grpSpPr>
            <a:xfrm>
              <a:off x="5380497" y="383100"/>
              <a:ext cx="189628" cy="981668"/>
              <a:chOff x="5380497" y="383100"/>
              <a:chExt cx="189628" cy="981668"/>
            </a:xfrm>
          </p:grpSpPr>
          <p:grpSp>
            <p:nvGrpSpPr>
              <p:cNvPr id="750" name="Google Shape;750;p31"/>
              <p:cNvGrpSpPr/>
              <p:nvPr/>
            </p:nvGrpSpPr>
            <p:grpSpPr>
              <a:xfrm>
                <a:off x="5380497" y="383100"/>
                <a:ext cx="187974" cy="130800"/>
                <a:chOff x="4804925" y="764100"/>
                <a:chExt cx="187974" cy="130800"/>
              </a:xfrm>
            </p:grpSpPr>
            <p:sp>
              <p:nvSpPr>
                <p:cNvPr id="751" name="Google Shape;751;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52" name="Google Shape;752;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53" name="Google Shape;753;p31"/>
              <p:cNvGrpSpPr/>
              <p:nvPr/>
            </p:nvGrpSpPr>
            <p:grpSpPr>
              <a:xfrm>
                <a:off x="5382151" y="822110"/>
                <a:ext cx="187974" cy="130800"/>
                <a:chOff x="4804925" y="764100"/>
                <a:chExt cx="187974" cy="130800"/>
              </a:xfrm>
            </p:grpSpPr>
            <p:sp>
              <p:nvSpPr>
                <p:cNvPr id="754" name="Google Shape;754;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55" name="Google Shape;755;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56" name="Google Shape;756;p31"/>
              <p:cNvGrpSpPr/>
              <p:nvPr/>
            </p:nvGrpSpPr>
            <p:grpSpPr>
              <a:xfrm>
                <a:off x="5382151" y="1233968"/>
                <a:ext cx="187974" cy="130800"/>
                <a:chOff x="4804925" y="764100"/>
                <a:chExt cx="187974" cy="130800"/>
              </a:xfrm>
            </p:grpSpPr>
            <p:sp>
              <p:nvSpPr>
                <p:cNvPr id="757" name="Google Shape;757;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58" name="Google Shape;758;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759" name="Google Shape;759;p31"/>
            <p:cNvGrpSpPr/>
            <p:nvPr/>
          </p:nvGrpSpPr>
          <p:grpSpPr>
            <a:xfrm>
              <a:off x="5380497" y="1678500"/>
              <a:ext cx="189628" cy="569810"/>
              <a:chOff x="5380497" y="383100"/>
              <a:chExt cx="189628" cy="569810"/>
            </a:xfrm>
          </p:grpSpPr>
          <p:grpSp>
            <p:nvGrpSpPr>
              <p:cNvPr id="760" name="Google Shape;760;p31"/>
              <p:cNvGrpSpPr/>
              <p:nvPr/>
            </p:nvGrpSpPr>
            <p:grpSpPr>
              <a:xfrm>
                <a:off x="5380497" y="383100"/>
                <a:ext cx="187974" cy="130800"/>
                <a:chOff x="4804925" y="764100"/>
                <a:chExt cx="187974" cy="130800"/>
              </a:xfrm>
            </p:grpSpPr>
            <p:sp>
              <p:nvSpPr>
                <p:cNvPr id="761" name="Google Shape;761;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62" name="Google Shape;762;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763" name="Google Shape;763;p31"/>
              <p:cNvGrpSpPr/>
              <p:nvPr/>
            </p:nvGrpSpPr>
            <p:grpSpPr>
              <a:xfrm>
                <a:off x="5382151" y="822110"/>
                <a:ext cx="187974" cy="130800"/>
                <a:chOff x="4804925" y="764100"/>
                <a:chExt cx="187974" cy="130800"/>
              </a:xfrm>
            </p:grpSpPr>
            <p:sp>
              <p:nvSpPr>
                <p:cNvPr id="764" name="Google Shape;764;p31"/>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65" name="Google Shape;765;p31"/>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sp>
        <p:nvSpPr>
          <p:cNvPr id="766" name="Google Shape;766;p31"/>
          <p:cNvSpPr txBox="1"/>
          <p:nvPr>
            <p:ph type="title"/>
          </p:nvPr>
        </p:nvSpPr>
        <p:spPr>
          <a:xfrm>
            <a:off x="423975" y="3065225"/>
            <a:ext cx="1758900" cy="18471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000"/>
              <a:buNone/>
              <a:defRPr b="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cxnSp>
        <p:nvCxnSpPr>
          <p:cNvPr id="767" name="Google Shape;767;p31"/>
          <p:cNvCxnSpPr/>
          <p:nvPr/>
        </p:nvCxnSpPr>
        <p:spPr>
          <a:xfrm>
            <a:off x="249750" y="-22275"/>
            <a:ext cx="0" cy="5177400"/>
          </a:xfrm>
          <a:prstGeom prst="straightConnector1">
            <a:avLst/>
          </a:prstGeom>
          <a:noFill/>
          <a:ln cap="flat" cmpd="sng" w="9525">
            <a:solidFill>
              <a:schemeClr val="accent5"/>
            </a:solidFill>
            <a:prstDash val="solid"/>
            <a:round/>
            <a:headEnd len="sm" w="sm" type="none"/>
            <a:tailEnd len="sm" w="sm" type="none"/>
          </a:ln>
        </p:spPr>
      </p:cxnSp>
      <p:cxnSp>
        <p:nvCxnSpPr>
          <p:cNvPr id="768" name="Google Shape;768;p31"/>
          <p:cNvCxnSpPr/>
          <p:nvPr/>
        </p:nvCxnSpPr>
        <p:spPr>
          <a:xfrm>
            <a:off x="177000" y="-14750"/>
            <a:ext cx="0" cy="5158200"/>
          </a:xfrm>
          <a:prstGeom prst="straightConnector1">
            <a:avLst/>
          </a:prstGeom>
          <a:noFill/>
          <a:ln cap="flat" cmpd="sng" w="9525">
            <a:solidFill>
              <a:schemeClr val="accent5"/>
            </a:solidFill>
            <a:prstDash val="solid"/>
            <a:round/>
            <a:headEnd len="sm" w="sm" type="none"/>
            <a:tailEnd len="sm" w="sm" type="none"/>
          </a:ln>
        </p:spPr>
      </p:cxnSp>
      <p:sp>
        <p:nvSpPr>
          <p:cNvPr id="769" name="Google Shape;769;p31"/>
          <p:cNvSpPr txBox="1"/>
          <p:nvPr>
            <p:ph idx="2" type="title"/>
          </p:nvPr>
        </p:nvSpPr>
        <p:spPr>
          <a:xfrm>
            <a:off x="2802725" y="492300"/>
            <a:ext cx="24657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800"/>
              <a:buNone/>
              <a:defRPr b="0" sz="1800"/>
            </a:lvl1pPr>
            <a:lvl2pPr lvl="1">
              <a:lnSpc>
                <a:spcPct val="100000"/>
              </a:lnSpc>
              <a:spcBef>
                <a:spcPts val="0"/>
              </a:spcBef>
              <a:spcAft>
                <a:spcPts val="0"/>
              </a:spcAft>
              <a:buClr>
                <a:schemeClr val="lt1"/>
              </a:buClr>
              <a:buSzPts val="3000"/>
              <a:buNone/>
              <a:defRPr/>
            </a:lvl2pPr>
            <a:lvl3pPr lvl="2">
              <a:lnSpc>
                <a:spcPct val="100000"/>
              </a:lnSpc>
              <a:spcBef>
                <a:spcPts val="0"/>
              </a:spcBef>
              <a:spcAft>
                <a:spcPts val="0"/>
              </a:spcAft>
              <a:buClr>
                <a:schemeClr val="lt1"/>
              </a:buClr>
              <a:buSzPts val="3000"/>
              <a:buNone/>
              <a:defRPr/>
            </a:lvl3pPr>
            <a:lvl4pPr lvl="3">
              <a:lnSpc>
                <a:spcPct val="100000"/>
              </a:lnSpc>
              <a:spcBef>
                <a:spcPts val="0"/>
              </a:spcBef>
              <a:spcAft>
                <a:spcPts val="0"/>
              </a:spcAft>
              <a:buClr>
                <a:schemeClr val="lt1"/>
              </a:buClr>
              <a:buSzPts val="3000"/>
              <a:buNone/>
              <a:defRPr/>
            </a:lvl4pPr>
            <a:lvl5pPr lvl="4">
              <a:lnSpc>
                <a:spcPct val="100000"/>
              </a:lnSpc>
              <a:spcBef>
                <a:spcPts val="0"/>
              </a:spcBef>
              <a:spcAft>
                <a:spcPts val="0"/>
              </a:spcAft>
              <a:buClr>
                <a:schemeClr val="lt1"/>
              </a:buClr>
              <a:buSzPts val="3000"/>
              <a:buNone/>
              <a:defRPr/>
            </a:lvl5pPr>
            <a:lvl6pPr lvl="5">
              <a:lnSpc>
                <a:spcPct val="100000"/>
              </a:lnSpc>
              <a:spcBef>
                <a:spcPts val="0"/>
              </a:spcBef>
              <a:spcAft>
                <a:spcPts val="0"/>
              </a:spcAft>
              <a:buClr>
                <a:schemeClr val="lt1"/>
              </a:buClr>
              <a:buSzPts val="3000"/>
              <a:buNone/>
              <a:defRPr/>
            </a:lvl6pPr>
            <a:lvl7pPr lvl="6">
              <a:lnSpc>
                <a:spcPct val="100000"/>
              </a:lnSpc>
              <a:spcBef>
                <a:spcPts val="0"/>
              </a:spcBef>
              <a:spcAft>
                <a:spcPts val="0"/>
              </a:spcAft>
              <a:buClr>
                <a:schemeClr val="lt1"/>
              </a:buClr>
              <a:buSzPts val="3000"/>
              <a:buNone/>
              <a:defRPr/>
            </a:lvl7pPr>
            <a:lvl8pPr lvl="7">
              <a:lnSpc>
                <a:spcPct val="100000"/>
              </a:lnSpc>
              <a:spcBef>
                <a:spcPts val="0"/>
              </a:spcBef>
              <a:spcAft>
                <a:spcPts val="0"/>
              </a:spcAft>
              <a:buClr>
                <a:schemeClr val="lt1"/>
              </a:buClr>
              <a:buSzPts val="3000"/>
              <a:buNone/>
              <a:defRPr/>
            </a:lvl8pPr>
            <a:lvl9pPr lvl="8">
              <a:lnSpc>
                <a:spcPct val="100000"/>
              </a:lnSpc>
              <a:spcBef>
                <a:spcPts val="0"/>
              </a:spcBef>
              <a:spcAft>
                <a:spcPts val="0"/>
              </a:spcAft>
              <a:buClr>
                <a:schemeClr val="lt1"/>
              </a:buClr>
              <a:buSzPts val="3000"/>
              <a:buNone/>
              <a:defRPr/>
            </a:lvl9pPr>
          </a:lstStyle>
          <a:p/>
        </p:txBody>
      </p:sp>
      <p:sp>
        <p:nvSpPr>
          <p:cNvPr id="770" name="Google Shape;770;p31"/>
          <p:cNvSpPr txBox="1"/>
          <p:nvPr>
            <p:ph idx="3" type="body"/>
          </p:nvPr>
        </p:nvSpPr>
        <p:spPr>
          <a:xfrm>
            <a:off x="6214525" y="1001400"/>
            <a:ext cx="2465700" cy="134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771" name="Google Shape;771;p31"/>
          <p:cNvSpPr txBox="1"/>
          <p:nvPr>
            <p:ph idx="4" type="title"/>
          </p:nvPr>
        </p:nvSpPr>
        <p:spPr>
          <a:xfrm>
            <a:off x="6214750" y="492300"/>
            <a:ext cx="24657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800"/>
              <a:buNone/>
              <a:defRPr b="0" sz="1800"/>
            </a:lvl1pPr>
            <a:lvl2pPr lvl="1">
              <a:lnSpc>
                <a:spcPct val="100000"/>
              </a:lnSpc>
              <a:spcBef>
                <a:spcPts val="0"/>
              </a:spcBef>
              <a:spcAft>
                <a:spcPts val="0"/>
              </a:spcAft>
              <a:buClr>
                <a:schemeClr val="lt1"/>
              </a:buClr>
              <a:buSzPts val="3000"/>
              <a:buNone/>
              <a:defRPr/>
            </a:lvl2pPr>
            <a:lvl3pPr lvl="2">
              <a:lnSpc>
                <a:spcPct val="100000"/>
              </a:lnSpc>
              <a:spcBef>
                <a:spcPts val="0"/>
              </a:spcBef>
              <a:spcAft>
                <a:spcPts val="0"/>
              </a:spcAft>
              <a:buClr>
                <a:schemeClr val="lt1"/>
              </a:buClr>
              <a:buSzPts val="3000"/>
              <a:buNone/>
              <a:defRPr/>
            </a:lvl3pPr>
            <a:lvl4pPr lvl="3">
              <a:lnSpc>
                <a:spcPct val="100000"/>
              </a:lnSpc>
              <a:spcBef>
                <a:spcPts val="0"/>
              </a:spcBef>
              <a:spcAft>
                <a:spcPts val="0"/>
              </a:spcAft>
              <a:buClr>
                <a:schemeClr val="lt1"/>
              </a:buClr>
              <a:buSzPts val="3000"/>
              <a:buNone/>
              <a:defRPr/>
            </a:lvl4pPr>
            <a:lvl5pPr lvl="4">
              <a:lnSpc>
                <a:spcPct val="100000"/>
              </a:lnSpc>
              <a:spcBef>
                <a:spcPts val="0"/>
              </a:spcBef>
              <a:spcAft>
                <a:spcPts val="0"/>
              </a:spcAft>
              <a:buClr>
                <a:schemeClr val="lt1"/>
              </a:buClr>
              <a:buSzPts val="3000"/>
              <a:buNone/>
              <a:defRPr/>
            </a:lvl5pPr>
            <a:lvl6pPr lvl="5">
              <a:lnSpc>
                <a:spcPct val="100000"/>
              </a:lnSpc>
              <a:spcBef>
                <a:spcPts val="0"/>
              </a:spcBef>
              <a:spcAft>
                <a:spcPts val="0"/>
              </a:spcAft>
              <a:buClr>
                <a:schemeClr val="lt1"/>
              </a:buClr>
              <a:buSzPts val="3000"/>
              <a:buNone/>
              <a:defRPr/>
            </a:lvl6pPr>
            <a:lvl7pPr lvl="6">
              <a:lnSpc>
                <a:spcPct val="100000"/>
              </a:lnSpc>
              <a:spcBef>
                <a:spcPts val="0"/>
              </a:spcBef>
              <a:spcAft>
                <a:spcPts val="0"/>
              </a:spcAft>
              <a:buClr>
                <a:schemeClr val="lt1"/>
              </a:buClr>
              <a:buSzPts val="3000"/>
              <a:buNone/>
              <a:defRPr/>
            </a:lvl7pPr>
            <a:lvl8pPr lvl="7">
              <a:lnSpc>
                <a:spcPct val="100000"/>
              </a:lnSpc>
              <a:spcBef>
                <a:spcPts val="0"/>
              </a:spcBef>
              <a:spcAft>
                <a:spcPts val="0"/>
              </a:spcAft>
              <a:buClr>
                <a:schemeClr val="lt1"/>
              </a:buClr>
              <a:buSzPts val="3000"/>
              <a:buNone/>
              <a:defRPr/>
            </a:lvl8pPr>
            <a:lvl9pPr lvl="8">
              <a:lnSpc>
                <a:spcPct val="100000"/>
              </a:lnSpc>
              <a:spcBef>
                <a:spcPts val="0"/>
              </a:spcBef>
              <a:spcAft>
                <a:spcPts val="0"/>
              </a:spcAft>
              <a:buClr>
                <a:schemeClr val="lt1"/>
              </a:buClr>
              <a:buSzPts val="3000"/>
              <a:buNone/>
              <a:defRPr/>
            </a:lvl9pPr>
          </a:lstStyle>
          <a:p/>
        </p:txBody>
      </p:sp>
      <p:sp>
        <p:nvSpPr>
          <p:cNvPr id="772" name="Google Shape;772;p31"/>
          <p:cNvSpPr txBox="1"/>
          <p:nvPr>
            <p:ph idx="5" type="body"/>
          </p:nvPr>
        </p:nvSpPr>
        <p:spPr>
          <a:xfrm>
            <a:off x="2802500" y="3442350"/>
            <a:ext cx="2465700" cy="134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773" name="Google Shape;773;p31"/>
          <p:cNvSpPr txBox="1"/>
          <p:nvPr>
            <p:ph idx="6" type="title"/>
          </p:nvPr>
        </p:nvSpPr>
        <p:spPr>
          <a:xfrm>
            <a:off x="2802725" y="2933250"/>
            <a:ext cx="24657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800"/>
              <a:buNone/>
              <a:defRPr b="0" sz="1800"/>
            </a:lvl1pPr>
            <a:lvl2pPr lvl="1">
              <a:lnSpc>
                <a:spcPct val="100000"/>
              </a:lnSpc>
              <a:spcBef>
                <a:spcPts val="0"/>
              </a:spcBef>
              <a:spcAft>
                <a:spcPts val="0"/>
              </a:spcAft>
              <a:buClr>
                <a:schemeClr val="lt1"/>
              </a:buClr>
              <a:buSzPts val="3000"/>
              <a:buNone/>
              <a:defRPr/>
            </a:lvl2pPr>
            <a:lvl3pPr lvl="2">
              <a:lnSpc>
                <a:spcPct val="100000"/>
              </a:lnSpc>
              <a:spcBef>
                <a:spcPts val="0"/>
              </a:spcBef>
              <a:spcAft>
                <a:spcPts val="0"/>
              </a:spcAft>
              <a:buClr>
                <a:schemeClr val="lt1"/>
              </a:buClr>
              <a:buSzPts val="3000"/>
              <a:buNone/>
              <a:defRPr/>
            </a:lvl3pPr>
            <a:lvl4pPr lvl="3">
              <a:lnSpc>
                <a:spcPct val="100000"/>
              </a:lnSpc>
              <a:spcBef>
                <a:spcPts val="0"/>
              </a:spcBef>
              <a:spcAft>
                <a:spcPts val="0"/>
              </a:spcAft>
              <a:buClr>
                <a:schemeClr val="lt1"/>
              </a:buClr>
              <a:buSzPts val="3000"/>
              <a:buNone/>
              <a:defRPr/>
            </a:lvl4pPr>
            <a:lvl5pPr lvl="4">
              <a:lnSpc>
                <a:spcPct val="100000"/>
              </a:lnSpc>
              <a:spcBef>
                <a:spcPts val="0"/>
              </a:spcBef>
              <a:spcAft>
                <a:spcPts val="0"/>
              </a:spcAft>
              <a:buClr>
                <a:schemeClr val="lt1"/>
              </a:buClr>
              <a:buSzPts val="3000"/>
              <a:buNone/>
              <a:defRPr/>
            </a:lvl5pPr>
            <a:lvl6pPr lvl="5">
              <a:lnSpc>
                <a:spcPct val="100000"/>
              </a:lnSpc>
              <a:spcBef>
                <a:spcPts val="0"/>
              </a:spcBef>
              <a:spcAft>
                <a:spcPts val="0"/>
              </a:spcAft>
              <a:buClr>
                <a:schemeClr val="lt1"/>
              </a:buClr>
              <a:buSzPts val="3000"/>
              <a:buNone/>
              <a:defRPr/>
            </a:lvl6pPr>
            <a:lvl7pPr lvl="6">
              <a:lnSpc>
                <a:spcPct val="100000"/>
              </a:lnSpc>
              <a:spcBef>
                <a:spcPts val="0"/>
              </a:spcBef>
              <a:spcAft>
                <a:spcPts val="0"/>
              </a:spcAft>
              <a:buClr>
                <a:schemeClr val="lt1"/>
              </a:buClr>
              <a:buSzPts val="3000"/>
              <a:buNone/>
              <a:defRPr/>
            </a:lvl7pPr>
            <a:lvl8pPr lvl="7">
              <a:lnSpc>
                <a:spcPct val="100000"/>
              </a:lnSpc>
              <a:spcBef>
                <a:spcPts val="0"/>
              </a:spcBef>
              <a:spcAft>
                <a:spcPts val="0"/>
              </a:spcAft>
              <a:buClr>
                <a:schemeClr val="lt1"/>
              </a:buClr>
              <a:buSzPts val="3000"/>
              <a:buNone/>
              <a:defRPr/>
            </a:lvl8pPr>
            <a:lvl9pPr lvl="8">
              <a:lnSpc>
                <a:spcPct val="100000"/>
              </a:lnSpc>
              <a:spcBef>
                <a:spcPts val="0"/>
              </a:spcBef>
              <a:spcAft>
                <a:spcPts val="0"/>
              </a:spcAft>
              <a:buClr>
                <a:schemeClr val="lt1"/>
              </a:buClr>
              <a:buSzPts val="3000"/>
              <a:buNone/>
              <a:defRPr/>
            </a:lvl9pPr>
          </a:lstStyle>
          <a:p/>
        </p:txBody>
      </p:sp>
      <p:sp>
        <p:nvSpPr>
          <p:cNvPr id="774" name="Google Shape;774;p31"/>
          <p:cNvSpPr txBox="1"/>
          <p:nvPr>
            <p:ph idx="7" type="body"/>
          </p:nvPr>
        </p:nvSpPr>
        <p:spPr>
          <a:xfrm>
            <a:off x="6214525" y="3442350"/>
            <a:ext cx="2465700" cy="134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775" name="Google Shape;775;p31"/>
          <p:cNvSpPr txBox="1"/>
          <p:nvPr>
            <p:ph idx="8" type="title"/>
          </p:nvPr>
        </p:nvSpPr>
        <p:spPr>
          <a:xfrm>
            <a:off x="6214750" y="2933250"/>
            <a:ext cx="24657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800"/>
              <a:buNone/>
              <a:defRPr b="0" sz="1800"/>
            </a:lvl1pPr>
            <a:lvl2pPr lvl="1">
              <a:lnSpc>
                <a:spcPct val="100000"/>
              </a:lnSpc>
              <a:spcBef>
                <a:spcPts val="0"/>
              </a:spcBef>
              <a:spcAft>
                <a:spcPts val="0"/>
              </a:spcAft>
              <a:buClr>
                <a:schemeClr val="lt1"/>
              </a:buClr>
              <a:buSzPts val="3000"/>
              <a:buNone/>
              <a:defRPr/>
            </a:lvl2pPr>
            <a:lvl3pPr lvl="2">
              <a:lnSpc>
                <a:spcPct val="100000"/>
              </a:lnSpc>
              <a:spcBef>
                <a:spcPts val="0"/>
              </a:spcBef>
              <a:spcAft>
                <a:spcPts val="0"/>
              </a:spcAft>
              <a:buClr>
                <a:schemeClr val="lt1"/>
              </a:buClr>
              <a:buSzPts val="3000"/>
              <a:buNone/>
              <a:defRPr/>
            </a:lvl3pPr>
            <a:lvl4pPr lvl="3">
              <a:lnSpc>
                <a:spcPct val="100000"/>
              </a:lnSpc>
              <a:spcBef>
                <a:spcPts val="0"/>
              </a:spcBef>
              <a:spcAft>
                <a:spcPts val="0"/>
              </a:spcAft>
              <a:buClr>
                <a:schemeClr val="lt1"/>
              </a:buClr>
              <a:buSzPts val="3000"/>
              <a:buNone/>
              <a:defRPr/>
            </a:lvl4pPr>
            <a:lvl5pPr lvl="4">
              <a:lnSpc>
                <a:spcPct val="100000"/>
              </a:lnSpc>
              <a:spcBef>
                <a:spcPts val="0"/>
              </a:spcBef>
              <a:spcAft>
                <a:spcPts val="0"/>
              </a:spcAft>
              <a:buClr>
                <a:schemeClr val="lt1"/>
              </a:buClr>
              <a:buSzPts val="3000"/>
              <a:buNone/>
              <a:defRPr/>
            </a:lvl5pPr>
            <a:lvl6pPr lvl="5">
              <a:lnSpc>
                <a:spcPct val="100000"/>
              </a:lnSpc>
              <a:spcBef>
                <a:spcPts val="0"/>
              </a:spcBef>
              <a:spcAft>
                <a:spcPts val="0"/>
              </a:spcAft>
              <a:buClr>
                <a:schemeClr val="lt1"/>
              </a:buClr>
              <a:buSzPts val="3000"/>
              <a:buNone/>
              <a:defRPr/>
            </a:lvl6pPr>
            <a:lvl7pPr lvl="6">
              <a:lnSpc>
                <a:spcPct val="100000"/>
              </a:lnSpc>
              <a:spcBef>
                <a:spcPts val="0"/>
              </a:spcBef>
              <a:spcAft>
                <a:spcPts val="0"/>
              </a:spcAft>
              <a:buClr>
                <a:schemeClr val="lt1"/>
              </a:buClr>
              <a:buSzPts val="3000"/>
              <a:buNone/>
              <a:defRPr/>
            </a:lvl7pPr>
            <a:lvl8pPr lvl="7">
              <a:lnSpc>
                <a:spcPct val="100000"/>
              </a:lnSpc>
              <a:spcBef>
                <a:spcPts val="0"/>
              </a:spcBef>
              <a:spcAft>
                <a:spcPts val="0"/>
              </a:spcAft>
              <a:buClr>
                <a:schemeClr val="lt1"/>
              </a:buClr>
              <a:buSzPts val="3000"/>
              <a:buNone/>
              <a:defRPr/>
            </a:lvl8pPr>
            <a:lvl9pPr lvl="8">
              <a:lnSpc>
                <a:spcPct val="100000"/>
              </a:lnSpc>
              <a:spcBef>
                <a:spcPts val="0"/>
              </a:spcBef>
              <a:spcAft>
                <a:spcPts val="0"/>
              </a:spcAft>
              <a:buClr>
                <a:schemeClr val="lt1"/>
              </a:buClr>
              <a:buSzPts val="30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 Agenda 1">
  <p:cSld name="BLANK_1_1_1_1_1_1_1_1_1_3">
    <p:bg>
      <p:bgPr>
        <a:solidFill>
          <a:schemeClr val="lt1"/>
        </a:solidFill>
      </p:bgPr>
    </p:bg>
    <p:spTree>
      <p:nvGrpSpPr>
        <p:cNvPr id="776" name="Shape 776"/>
        <p:cNvGrpSpPr/>
        <p:nvPr/>
      </p:nvGrpSpPr>
      <p:grpSpPr>
        <a:xfrm>
          <a:off x="0" y="0"/>
          <a:ext cx="0" cy="0"/>
          <a:chOff x="0" y="0"/>
          <a:chExt cx="0" cy="0"/>
        </a:xfrm>
      </p:grpSpPr>
      <p:sp>
        <p:nvSpPr>
          <p:cNvPr id="777" name="Google Shape;777;p32"/>
          <p:cNvSpPr/>
          <p:nvPr/>
        </p:nvSpPr>
        <p:spPr>
          <a:xfrm>
            <a:off x="995475" y="201175"/>
            <a:ext cx="7341600" cy="4557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78" name="Google Shape;778;p32"/>
          <p:cNvSpPr/>
          <p:nvPr/>
        </p:nvSpPr>
        <p:spPr>
          <a:xfrm>
            <a:off x="1128250" y="276575"/>
            <a:ext cx="7108800" cy="4517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79" name="Google Shape;779;p32"/>
          <p:cNvSpPr/>
          <p:nvPr/>
        </p:nvSpPr>
        <p:spPr>
          <a:xfrm>
            <a:off x="4407875" y="312925"/>
            <a:ext cx="3729600" cy="4517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780" name="Google Shape;780;p32"/>
          <p:cNvSpPr/>
          <p:nvPr/>
        </p:nvSpPr>
        <p:spPr>
          <a:xfrm>
            <a:off x="1217200" y="312875"/>
            <a:ext cx="3165000" cy="4517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nvGrpSpPr>
          <p:cNvPr id="781" name="Google Shape;781;p32"/>
          <p:cNvGrpSpPr/>
          <p:nvPr/>
        </p:nvGrpSpPr>
        <p:grpSpPr>
          <a:xfrm>
            <a:off x="1211779" y="312875"/>
            <a:ext cx="3165000" cy="4517700"/>
            <a:chOff x="1211779" y="312875"/>
            <a:chExt cx="3165000" cy="4517700"/>
          </a:xfrm>
        </p:grpSpPr>
        <p:cxnSp>
          <p:nvCxnSpPr>
            <p:cNvPr id="782" name="Google Shape;782;p32"/>
            <p:cNvCxnSpPr/>
            <p:nvPr/>
          </p:nvCxnSpPr>
          <p:spPr>
            <a:xfrm>
              <a:off x="3624778" y="3128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783" name="Google Shape;783;p32"/>
            <p:cNvCxnSpPr/>
            <p:nvPr/>
          </p:nvCxnSpPr>
          <p:spPr>
            <a:xfrm>
              <a:off x="4031178" y="312875"/>
              <a:ext cx="0" cy="4517700"/>
            </a:xfrm>
            <a:prstGeom prst="straightConnector1">
              <a:avLst/>
            </a:prstGeom>
            <a:noFill/>
            <a:ln cap="flat" cmpd="sng" w="9525">
              <a:solidFill>
                <a:schemeClr val="accent5"/>
              </a:solidFill>
              <a:prstDash val="solid"/>
              <a:round/>
              <a:headEnd len="sm" w="sm" type="none"/>
              <a:tailEnd len="sm" w="sm" type="none"/>
            </a:ln>
          </p:spPr>
        </p:cxnSp>
        <p:grpSp>
          <p:nvGrpSpPr>
            <p:cNvPr id="784" name="Google Shape;784;p32"/>
            <p:cNvGrpSpPr/>
            <p:nvPr/>
          </p:nvGrpSpPr>
          <p:grpSpPr>
            <a:xfrm>
              <a:off x="1211779" y="312875"/>
              <a:ext cx="3165000" cy="4517700"/>
              <a:chOff x="462650" y="259175"/>
              <a:chExt cx="3165000" cy="4517700"/>
            </a:xfrm>
          </p:grpSpPr>
          <p:cxnSp>
            <p:nvCxnSpPr>
              <p:cNvPr id="785" name="Google Shape;785;p32"/>
              <p:cNvCxnSpPr/>
              <p:nvPr/>
            </p:nvCxnSpPr>
            <p:spPr>
              <a:xfrm>
                <a:off x="843650" y="2591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786" name="Google Shape;786;p32"/>
              <p:cNvCxnSpPr/>
              <p:nvPr/>
            </p:nvCxnSpPr>
            <p:spPr>
              <a:xfrm>
                <a:off x="1250050" y="2591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787" name="Google Shape;787;p32"/>
              <p:cNvCxnSpPr/>
              <p:nvPr/>
            </p:nvCxnSpPr>
            <p:spPr>
              <a:xfrm>
                <a:off x="1656450" y="2591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788" name="Google Shape;788;p32"/>
              <p:cNvCxnSpPr/>
              <p:nvPr/>
            </p:nvCxnSpPr>
            <p:spPr>
              <a:xfrm>
                <a:off x="2062850" y="2591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789" name="Google Shape;789;p32"/>
              <p:cNvCxnSpPr/>
              <p:nvPr/>
            </p:nvCxnSpPr>
            <p:spPr>
              <a:xfrm>
                <a:off x="2469250" y="2591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790" name="Google Shape;790;p32"/>
              <p:cNvCxnSpPr/>
              <p:nvPr/>
            </p:nvCxnSpPr>
            <p:spPr>
              <a:xfrm>
                <a:off x="462650" y="674900"/>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91" name="Google Shape;791;p32"/>
              <p:cNvCxnSpPr/>
              <p:nvPr/>
            </p:nvCxnSpPr>
            <p:spPr>
              <a:xfrm>
                <a:off x="462650" y="1075858"/>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92" name="Google Shape;792;p32"/>
              <p:cNvCxnSpPr/>
              <p:nvPr/>
            </p:nvCxnSpPr>
            <p:spPr>
              <a:xfrm>
                <a:off x="462650" y="1476817"/>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93" name="Google Shape;793;p32"/>
              <p:cNvCxnSpPr/>
              <p:nvPr/>
            </p:nvCxnSpPr>
            <p:spPr>
              <a:xfrm>
                <a:off x="462650" y="1877775"/>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94" name="Google Shape;794;p32"/>
              <p:cNvCxnSpPr/>
              <p:nvPr/>
            </p:nvCxnSpPr>
            <p:spPr>
              <a:xfrm>
                <a:off x="462650" y="2278733"/>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95" name="Google Shape;795;p32"/>
              <p:cNvCxnSpPr/>
              <p:nvPr/>
            </p:nvCxnSpPr>
            <p:spPr>
              <a:xfrm>
                <a:off x="462650" y="2679692"/>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96" name="Google Shape;796;p32"/>
              <p:cNvCxnSpPr/>
              <p:nvPr/>
            </p:nvCxnSpPr>
            <p:spPr>
              <a:xfrm>
                <a:off x="462650" y="3080650"/>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97" name="Google Shape;797;p32"/>
              <p:cNvCxnSpPr/>
              <p:nvPr/>
            </p:nvCxnSpPr>
            <p:spPr>
              <a:xfrm>
                <a:off x="462650" y="3481608"/>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98" name="Google Shape;798;p32"/>
              <p:cNvCxnSpPr/>
              <p:nvPr/>
            </p:nvCxnSpPr>
            <p:spPr>
              <a:xfrm>
                <a:off x="462650" y="3882567"/>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799" name="Google Shape;799;p32"/>
              <p:cNvCxnSpPr/>
              <p:nvPr/>
            </p:nvCxnSpPr>
            <p:spPr>
              <a:xfrm>
                <a:off x="462650" y="4283525"/>
                <a:ext cx="3165000" cy="0"/>
              </a:xfrm>
              <a:prstGeom prst="straightConnector1">
                <a:avLst/>
              </a:prstGeom>
              <a:noFill/>
              <a:ln cap="flat" cmpd="sng" w="9525">
                <a:solidFill>
                  <a:schemeClr val="accent5"/>
                </a:solidFill>
                <a:prstDash val="solid"/>
                <a:round/>
                <a:headEnd len="sm" w="sm" type="none"/>
                <a:tailEnd len="sm" w="sm" type="none"/>
              </a:ln>
            </p:spPr>
          </p:cxnSp>
        </p:grpSp>
      </p:grpSp>
      <p:grpSp>
        <p:nvGrpSpPr>
          <p:cNvPr id="800" name="Google Shape;800;p32"/>
          <p:cNvGrpSpPr/>
          <p:nvPr/>
        </p:nvGrpSpPr>
        <p:grpSpPr>
          <a:xfrm>
            <a:off x="4222205" y="390105"/>
            <a:ext cx="366115" cy="4334807"/>
            <a:chOff x="3473077" y="259175"/>
            <a:chExt cx="366115" cy="4334807"/>
          </a:xfrm>
        </p:grpSpPr>
        <p:grpSp>
          <p:nvGrpSpPr>
            <p:cNvPr id="801" name="Google Shape;801;p32"/>
            <p:cNvGrpSpPr/>
            <p:nvPr/>
          </p:nvGrpSpPr>
          <p:grpSpPr>
            <a:xfrm rot="10800000">
              <a:off x="3473077" y="259175"/>
              <a:ext cx="184470" cy="4334807"/>
              <a:chOff x="5380497" y="383100"/>
              <a:chExt cx="189628" cy="4456010"/>
            </a:xfrm>
          </p:grpSpPr>
          <p:grpSp>
            <p:nvGrpSpPr>
              <p:cNvPr id="802" name="Google Shape;802;p32"/>
              <p:cNvGrpSpPr/>
              <p:nvPr/>
            </p:nvGrpSpPr>
            <p:grpSpPr>
              <a:xfrm>
                <a:off x="5380497" y="383100"/>
                <a:ext cx="189628" cy="981668"/>
                <a:chOff x="5380497" y="383100"/>
                <a:chExt cx="189628" cy="981668"/>
              </a:xfrm>
            </p:grpSpPr>
            <p:grpSp>
              <p:nvGrpSpPr>
                <p:cNvPr id="803" name="Google Shape;803;p32"/>
                <p:cNvGrpSpPr/>
                <p:nvPr/>
              </p:nvGrpSpPr>
              <p:grpSpPr>
                <a:xfrm>
                  <a:off x="5380497" y="383100"/>
                  <a:ext cx="187974" cy="130800"/>
                  <a:chOff x="4804925" y="764100"/>
                  <a:chExt cx="187974" cy="130800"/>
                </a:xfrm>
              </p:grpSpPr>
              <p:sp>
                <p:nvSpPr>
                  <p:cNvPr id="804" name="Google Shape;804;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05" name="Google Shape;805;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06" name="Google Shape;806;p32"/>
                <p:cNvGrpSpPr/>
                <p:nvPr/>
              </p:nvGrpSpPr>
              <p:grpSpPr>
                <a:xfrm>
                  <a:off x="5382151" y="822110"/>
                  <a:ext cx="187974" cy="130800"/>
                  <a:chOff x="4804925" y="764100"/>
                  <a:chExt cx="187974" cy="130800"/>
                </a:xfrm>
              </p:grpSpPr>
              <p:sp>
                <p:nvSpPr>
                  <p:cNvPr id="807" name="Google Shape;807;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08" name="Google Shape;808;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09" name="Google Shape;809;p32"/>
                <p:cNvGrpSpPr/>
                <p:nvPr/>
              </p:nvGrpSpPr>
              <p:grpSpPr>
                <a:xfrm>
                  <a:off x="5382151" y="1233968"/>
                  <a:ext cx="187974" cy="130800"/>
                  <a:chOff x="4804925" y="764100"/>
                  <a:chExt cx="187974" cy="130800"/>
                </a:xfrm>
              </p:grpSpPr>
              <p:sp>
                <p:nvSpPr>
                  <p:cNvPr id="810" name="Google Shape;810;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11" name="Google Shape;811;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812" name="Google Shape;812;p32"/>
              <p:cNvGrpSpPr/>
              <p:nvPr/>
            </p:nvGrpSpPr>
            <p:grpSpPr>
              <a:xfrm>
                <a:off x="5380497" y="1678500"/>
                <a:ext cx="189628" cy="981668"/>
                <a:chOff x="5380497" y="383100"/>
                <a:chExt cx="189628" cy="981668"/>
              </a:xfrm>
            </p:grpSpPr>
            <p:grpSp>
              <p:nvGrpSpPr>
                <p:cNvPr id="813" name="Google Shape;813;p32"/>
                <p:cNvGrpSpPr/>
                <p:nvPr/>
              </p:nvGrpSpPr>
              <p:grpSpPr>
                <a:xfrm>
                  <a:off x="5380497" y="383100"/>
                  <a:ext cx="187974" cy="130800"/>
                  <a:chOff x="4804925" y="764100"/>
                  <a:chExt cx="187974" cy="130800"/>
                </a:xfrm>
              </p:grpSpPr>
              <p:sp>
                <p:nvSpPr>
                  <p:cNvPr id="814" name="Google Shape;814;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15" name="Google Shape;815;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16" name="Google Shape;816;p32"/>
                <p:cNvGrpSpPr/>
                <p:nvPr/>
              </p:nvGrpSpPr>
              <p:grpSpPr>
                <a:xfrm>
                  <a:off x="5382151" y="822110"/>
                  <a:ext cx="187974" cy="130800"/>
                  <a:chOff x="4804925" y="764100"/>
                  <a:chExt cx="187974" cy="130800"/>
                </a:xfrm>
              </p:grpSpPr>
              <p:sp>
                <p:nvSpPr>
                  <p:cNvPr id="817" name="Google Shape;817;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18" name="Google Shape;818;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19" name="Google Shape;819;p32"/>
                <p:cNvGrpSpPr/>
                <p:nvPr/>
              </p:nvGrpSpPr>
              <p:grpSpPr>
                <a:xfrm>
                  <a:off x="5382151" y="1233968"/>
                  <a:ext cx="187974" cy="130800"/>
                  <a:chOff x="4804925" y="764100"/>
                  <a:chExt cx="187974" cy="130800"/>
                </a:xfrm>
              </p:grpSpPr>
              <p:sp>
                <p:nvSpPr>
                  <p:cNvPr id="820" name="Google Shape;820;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21" name="Google Shape;821;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822" name="Google Shape;822;p32"/>
              <p:cNvGrpSpPr/>
              <p:nvPr/>
            </p:nvGrpSpPr>
            <p:grpSpPr>
              <a:xfrm>
                <a:off x="5380497" y="2973900"/>
                <a:ext cx="189628" cy="981668"/>
                <a:chOff x="5380497" y="383100"/>
                <a:chExt cx="189628" cy="981668"/>
              </a:xfrm>
            </p:grpSpPr>
            <p:grpSp>
              <p:nvGrpSpPr>
                <p:cNvPr id="823" name="Google Shape;823;p32"/>
                <p:cNvGrpSpPr/>
                <p:nvPr/>
              </p:nvGrpSpPr>
              <p:grpSpPr>
                <a:xfrm>
                  <a:off x="5380497" y="383100"/>
                  <a:ext cx="187974" cy="130800"/>
                  <a:chOff x="4804925" y="764100"/>
                  <a:chExt cx="187974" cy="130800"/>
                </a:xfrm>
              </p:grpSpPr>
              <p:sp>
                <p:nvSpPr>
                  <p:cNvPr id="824" name="Google Shape;824;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25" name="Google Shape;825;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26" name="Google Shape;826;p32"/>
                <p:cNvGrpSpPr/>
                <p:nvPr/>
              </p:nvGrpSpPr>
              <p:grpSpPr>
                <a:xfrm>
                  <a:off x="5382151" y="822110"/>
                  <a:ext cx="187974" cy="130800"/>
                  <a:chOff x="4804925" y="764100"/>
                  <a:chExt cx="187974" cy="130800"/>
                </a:xfrm>
              </p:grpSpPr>
              <p:sp>
                <p:nvSpPr>
                  <p:cNvPr id="827" name="Google Shape;827;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28" name="Google Shape;828;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29" name="Google Shape;829;p32"/>
                <p:cNvGrpSpPr/>
                <p:nvPr/>
              </p:nvGrpSpPr>
              <p:grpSpPr>
                <a:xfrm>
                  <a:off x="5382151" y="1233968"/>
                  <a:ext cx="187974" cy="130800"/>
                  <a:chOff x="4804925" y="764100"/>
                  <a:chExt cx="187974" cy="130800"/>
                </a:xfrm>
              </p:grpSpPr>
              <p:sp>
                <p:nvSpPr>
                  <p:cNvPr id="830" name="Google Shape;830;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31" name="Google Shape;831;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832" name="Google Shape;832;p32"/>
              <p:cNvGrpSpPr/>
              <p:nvPr/>
            </p:nvGrpSpPr>
            <p:grpSpPr>
              <a:xfrm>
                <a:off x="5380497" y="4269300"/>
                <a:ext cx="189628" cy="569810"/>
                <a:chOff x="5380497" y="383100"/>
                <a:chExt cx="189628" cy="569810"/>
              </a:xfrm>
            </p:grpSpPr>
            <p:grpSp>
              <p:nvGrpSpPr>
                <p:cNvPr id="833" name="Google Shape;833;p32"/>
                <p:cNvGrpSpPr/>
                <p:nvPr/>
              </p:nvGrpSpPr>
              <p:grpSpPr>
                <a:xfrm>
                  <a:off x="5380497" y="383100"/>
                  <a:ext cx="187974" cy="130800"/>
                  <a:chOff x="4804925" y="764100"/>
                  <a:chExt cx="187974" cy="130800"/>
                </a:xfrm>
              </p:grpSpPr>
              <p:sp>
                <p:nvSpPr>
                  <p:cNvPr id="834" name="Google Shape;834;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35" name="Google Shape;835;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36" name="Google Shape;836;p32"/>
                <p:cNvGrpSpPr/>
                <p:nvPr/>
              </p:nvGrpSpPr>
              <p:grpSpPr>
                <a:xfrm>
                  <a:off x="5382151" y="822110"/>
                  <a:ext cx="187974" cy="130800"/>
                  <a:chOff x="4804925" y="764100"/>
                  <a:chExt cx="187974" cy="130800"/>
                </a:xfrm>
              </p:grpSpPr>
              <p:sp>
                <p:nvSpPr>
                  <p:cNvPr id="837" name="Google Shape;837;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38" name="Google Shape;838;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grpSp>
          <p:nvGrpSpPr>
            <p:cNvPr id="839" name="Google Shape;839;p32"/>
            <p:cNvGrpSpPr/>
            <p:nvPr/>
          </p:nvGrpSpPr>
          <p:grpSpPr>
            <a:xfrm flipH="1" rot="10800000">
              <a:off x="3654721" y="259175"/>
              <a:ext cx="184470" cy="4334807"/>
              <a:chOff x="5380497" y="383100"/>
              <a:chExt cx="189628" cy="4456010"/>
            </a:xfrm>
          </p:grpSpPr>
          <p:grpSp>
            <p:nvGrpSpPr>
              <p:cNvPr id="840" name="Google Shape;840;p32"/>
              <p:cNvGrpSpPr/>
              <p:nvPr/>
            </p:nvGrpSpPr>
            <p:grpSpPr>
              <a:xfrm>
                <a:off x="5380497" y="383100"/>
                <a:ext cx="189628" cy="981668"/>
                <a:chOff x="5380497" y="383100"/>
                <a:chExt cx="189628" cy="981668"/>
              </a:xfrm>
            </p:grpSpPr>
            <p:grpSp>
              <p:nvGrpSpPr>
                <p:cNvPr id="841" name="Google Shape;841;p32"/>
                <p:cNvGrpSpPr/>
                <p:nvPr/>
              </p:nvGrpSpPr>
              <p:grpSpPr>
                <a:xfrm>
                  <a:off x="5380497" y="383100"/>
                  <a:ext cx="187974" cy="130800"/>
                  <a:chOff x="4804925" y="764100"/>
                  <a:chExt cx="187974" cy="130800"/>
                </a:xfrm>
              </p:grpSpPr>
              <p:sp>
                <p:nvSpPr>
                  <p:cNvPr id="842" name="Google Shape;842;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43" name="Google Shape;843;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44" name="Google Shape;844;p32"/>
                <p:cNvGrpSpPr/>
                <p:nvPr/>
              </p:nvGrpSpPr>
              <p:grpSpPr>
                <a:xfrm>
                  <a:off x="5382151" y="822110"/>
                  <a:ext cx="187974" cy="130800"/>
                  <a:chOff x="4804925" y="764100"/>
                  <a:chExt cx="187974" cy="130800"/>
                </a:xfrm>
              </p:grpSpPr>
              <p:sp>
                <p:nvSpPr>
                  <p:cNvPr id="845" name="Google Shape;845;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46" name="Google Shape;846;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47" name="Google Shape;847;p32"/>
                <p:cNvGrpSpPr/>
                <p:nvPr/>
              </p:nvGrpSpPr>
              <p:grpSpPr>
                <a:xfrm>
                  <a:off x="5382151" y="1233968"/>
                  <a:ext cx="187974" cy="130800"/>
                  <a:chOff x="4804925" y="764100"/>
                  <a:chExt cx="187974" cy="130800"/>
                </a:xfrm>
              </p:grpSpPr>
              <p:sp>
                <p:nvSpPr>
                  <p:cNvPr id="848" name="Google Shape;848;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49" name="Google Shape;849;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850" name="Google Shape;850;p32"/>
              <p:cNvGrpSpPr/>
              <p:nvPr/>
            </p:nvGrpSpPr>
            <p:grpSpPr>
              <a:xfrm>
                <a:off x="5380497" y="1678500"/>
                <a:ext cx="189628" cy="981668"/>
                <a:chOff x="5380497" y="383100"/>
                <a:chExt cx="189628" cy="981668"/>
              </a:xfrm>
            </p:grpSpPr>
            <p:grpSp>
              <p:nvGrpSpPr>
                <p:cNvPr id="851" name="Google Shape;851;p32"/>
                <p:cNvGrpSpPr/>
                <p:nvPr/>
              </p:nvGrpSpPr>
              <p:grpSpPr>
                <a:xfrm>
                  <a:off x="5380497" y="383100"/>
                  <a:ext cx="187974" cy="130800"/>
                  <a:chOff x="4804925" y="764100"/>
                  <a:chExt cx="187974" cy="130800"/>
                </a:xfrm>
              </p:grpSpPr>
              <p:sp>
                <p:nvSpPr>
                  <p:cNvPr id="852" name="Google Shape;852;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53" name="Google Shape;853;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54" name="Google Shape;854;p32"/>
                <p:cNvGrpSpPr/>
                <p:nvPr/>
              </p:nvGrpSpPr>
              <p:grpSpPr>
                <a:xfrm>
                  <a:off x="5382151" y="822110"/>
                  <a:ext cx="187974" cy="130800"/>
                  <a:chOff x="4804925" y="764100"/>
                  <a:chExt cx="187974" cy="130800"/>
                </a:xfrm>
              </p:grpSpPr>
              <p:sp>
                <p:nvSpPr>
                  <p:cNvPr id="855" name="Google Shape;855;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56" name="Google Shape;856;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57" name="Google Shape;857;p32"/>
                <p:cNvGrpSpPr/>
                <p:nvPr/>
              </p:nvGrpSpPr>
              <p:grpSpPr>
                <a:xfrm>
                  <a:off x="5382151" y="1233968"/>
                  <a:ext cx="187974" cy="130800"/>
                  <a:chOff x="4804925" y="764100"/>
                  <a:chExt cx="187974" cy="130800"/>
                </a:xfrm>
              </p:grpSpPr>
              <p:sp>
                <p:nvSpPr>
                  <p:cNvPr id="858" name="Google Shape;858;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59" name="Google Shape;859;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860" name="Google Shape;860;p32"/>
              <p:cNvGrpSpPr/>
              <p:nvPr/>
            </p:nvGrpSpPr>
            <p:grpSpPr>
              <a:xfrm>
                <a:off x="5380497" y="2973900"/>
                <a:ext cx="189628" cy="981668"/>
                <a:chOff x="5380497" y="383100"/>
                <a:chExt cx="189628" cy="981668"/>
              </a:xfrm>
            </p:grpSpPr>
            <p:grpSp>
              <p:nvGrpSpPr>
                <p:cNvPr id="861" name="Google Shape;861;p32"/>
                <p:cNvGrpSpPr/>
                <p:nvPr/>
              </p:nvGrpSpPr>
              <p:grpSpPr>
                <a:xfrm>
                  <a:off x="5380497" y="383100"/>
                  <a:ext cx="187974" cy="130800"/>
                  <a:chOff x="4804925" y="764100"/>
                  <a:chExt cx="187974" cy="130800"/>
                </a:xfrm>
              </p:grpSpPr>
              <p:sp>
                <p:nvSpPr>
                  <p:cNvPr id="862" name="Google Shape;862;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63" name="Google Shape;863;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64" name="Google Shape;864;p32"/>
                <p:cNvGrpSpPr/>
                <p:nvPr/>
              </p:nvGrpSpPr>
              <p:grpSpPr>
                <a:xfrm>
                  <a:off x="5382151" y="822110"/>
                  <a:ext cx="187974" cy="130800"/>
                  <a:chOff x="4804925" y="764100"/>
                  <a:chExt cx="187974" cy="130800"/>
                </a:xfrm>
              </p:grpSpPr>
              <p:sp>
                <p:nvSpPr>
                  <p:cNvPr id="865" name="Google Shape;865;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66" name="Google Shape;866;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67" name="Google Shape;867;p32"/>
                <p:cNvGrpSpPr/>
                <p:nvPr/>
              </p:nvGrpSpPr>
              <p:grpSpPr>
                <a:xfrm>
                  <a:off x="5382151" y="1233968"/>
                  <a:ext cx="187974" cy="130800"/>
                  <a:chOff x="4804925" y="764100"/>
                  <a:chExt cx="187974" cy="130800"/>
                </a:xfrm>
              </p:grpSpPr>
              <p:sp>
                <p:nvSpPr>
                  <p:cNvPr id="868" name="Google Shape;868;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69" name="Google Shape;869;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870" name="Google Shape;870;p32"/>
              <p:cNvGrpSpPr/>
              <p:nvPr/>
            </p:nvGrpSpPr>
            <p:grpSpPr>
              <a:xfrm>
                <a:off x="5380497" y="4269300"/>
                <a:ext cx="189628" cy="569810"/>
                <a:chOff x="5380497" y="383100"/>
                <a:chExt cx="189628" cy="569810"/>
              </a:xfrm>
            </p:grpSpPr>
            <p:grpSp>
              <p:nvGrpSpPr>
                <p:cNvPr id="871" name="Google Shape;871;p32"/>
                <p:cNvGrpSpPr/>
                <p:nvPr/>
              </p:nvGrpSpPr>
              <p:grpSpPr>
                <a:xfrm>
                  <a:off x="5380497" y="383100"/>
                  <a:ext cx="187974" cy="130800"/>
                  <a:chOff x="4804925" y="764100"/>
                  <a:chExt cx="187974" cy="130800"/>
                </a:xfrm>
              </p:grpSpPr>
              <p:sp>
                <p:nvSpPr>
                  <p:cNvPr id="872" name="Google Shape;872;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73" name="Google Shape;873;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874" name="Google Shape;874;p32"/>
                <p:cNvGrpSpPr/>
                <p:nvPr/>
              </p:nvGrpSpPr>
              <p:grpSpPr>
                <a:xfrm>
                  <a:off x="5382151" y="822110"/>
                  <a:ext cx="187974" cy="130800"/>
                  <a:chOff x="4804925" y="764100"/>
                  <a:chExt cx="187974" cy="130800"/>
                </a:xfrm>
              </p:grpSpPr>
              <p:sp>
                <p:nvSpPr>
                  <p:cNvPr id="875" name="Google Shape;875;p32"/>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876" name="Google Shape;876;p32"/>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grpSp>
      <p:sp>
        <p:nvSpPr>
          <p:cNvPr id="877" name="Google Shape;877;p32"/>
          <p:cNvSpPr txBox="1"/>
          <p:nvPr>
            <p:ph idx="1" type="body"/>
          </p:nvPr>
        </p:nvSpPr>
        <p:spPr>
          <a:xfrm rot="-199678">
            <a:off x="1297246" y="1801757"/>
            <a:ext cx="2123982" cy="2187983"/>
          </a:xfrm>
          <a:prstGeom prst="rect">
            <a:avLst/>
          </a:prstGeom>
        </p:spPr>
        <p:txBody>
          <a:bodyPr anchorCtr="0" anchor="t" bIns="0" lIns="91425" spcFirstLastPara="1" rIns="91425" wrap="square" tIns="0">
            <a:norm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800"/>
              </a:spcBef>
              <a:spcAft>
                <a:spcPts val="0"/>
              </a:spcAft>
              <a:buSzPts val="1200"/>
              <a:buChar char="○"/>
              <a:defRPr/>
            </a:lvl2pPr>
            <a:lvl3pPr indent="-304800" lvl="2" marL="1371600">
              <a:lnSpc>
                <a:spcPct val="100000"/>
              </a:lnSpc>
              <a:spcBef>
                <a:spcPts val="800"/>
              </a:spcBef>
              <a:spcAft>
                <a:spcPts val="0"/>
              </a:spcAft>
              <a:buSzPts val="1200"/>
              <a:buChar char="■"/>
              <a:defRPr/>
            </a:lvl3pPr>
            <a:lvl4pPr indent="-304800" lvl="3" marL="1828800">
              <a:lnSpc>
                <a:spcPct val="100000"/>
              </a:lnSpc>
              <a:spcBef>
                <a:spcPts val="800"/>
              </a:spcBef>
              <a:spcAft>
                <a:spcPts val="0"/>
              </a:spcAft>
              <a:buSzPts val="1200"/>
              <a:buChar char="●"/>
              <a:defRPr/>
            </a:lvl4pPr>
            <a:lvl5pPr indent="-304800" lvl="4" marL="2286000">
              <a:lnSpc>
                <a:spcPct val="100000"/>
              </a:lnSpc>
              <a:spcBef>
                <a:spcPts val="800"/>
              </a:spcBef>
              <a:spcAft>
                <a:spcPts val="0"/>
              </a:spcAft>
              <a:buSzPts val="1200"/>
              <a:buChar char="○"/>
              <a:defRPr/>
            </a:lvl5pPr>
            <a:lvl6pPr indent="-304800" lvl="5" marL="2743200">
              <a:lnSpc>
                <a:spcPct val="100000"/>
              </a:lnSpc>
              <a:spcBef>
                <a:spcPts val="800"/>
              </a:spcBef>
              <a:spcAft>
                <a:spcPts val="0"/>
              </a:spcAft>
              <a:buSzPts val="1200"/>
              <a:buChar char="■"/>
              <a:defRPr/>
            </a:lvl6pPr>
            <a:lvl7pPr indent="-304800" lvl="6" marL="3200400">
              <a:lnSpc>
                <a:spcPct val="100000"/>
              </a:lnSpc>
              <a:spcBef>
                <a:spcPts val="800"/>
              </a:spcBef>
              <a:spcAft>
                <a:spcPts val="0"/>
              </a:spcAft>
              <a:buSzPts val="1200"/>
              <a:buChar char="●"/>
              <a:defRPr/>
            </a:lvl7pPr>
            <a:lvl8pPr indent="-304800" lvl="7" marL="3657600">
              <a:lnSpc>
                <a:spcPct val="100000"/>
              </a:lnSpc>
              <a:spcBef>
                <a:spcPts val="800"/>
              </a:spcBef>
              <a:spcAft>
                <a:spcPts val="0"/>
              </a:spcAft>
              <a:buSzPts val="1200"/>
              <a:buChar char="○"/>
              <a:defRPr/>
            </a:lvl8pPr>
            <a:lvl9pPr indent="-304800" lvl="8" marL="4114800">
              <a:lnSpc>
                <a:spcPct val="100000"/>
              </a:lnSpc>
              <a:spcBef>
                <a:spcPts val="800"/>
              </a:spcBef>
              <a:spcAft>
                <a:spcPts val="800"/>
              </a:spcAft>
              <a:buSzPts val="1200"/>
              <a:buChar char="■"/>
              <a:defRPr/>
            </a:lvl9pPr>
          </a:lstStyle>
          <a:p/>
        </p:txBody>
      </p:sp>
      <p:sp>
        <p:nvSpPr>
          <p:cNvPr id="878" name="Google Shape;878;p32"/>
          <p:cNvSpPr txBox="1"/>
          <p:nvPr>
            <p:ph type="title"/>
          </p:nvPr>
        </p:nvSpPr>
        <p:spPr>
          <a:xfrm rot="-197254">
            <a:off x="1212945" y="1184617"/>
            <a:ext cx="2123895" cy="49582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b="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79" name="Google Shape;879;p32"/>
          <p:cNvSpPr txBox="1"/>
          <p:nvPr>
            <p:ph idx="2" type="title"/>
          </p:nvPr>
        </p:nvSpPr>
        <p:spPr>
          <a:xfrm>
            <a:off x="6254525" y="1962475"/>
            <a:ext cx="1636200" cy="357000"/>
          </a:xfrm>
          <a:prstGeom prst="rect">
            <a:avLst/>
          </a:prstGeom>
        </p:spPr>
        <p:txBody>
          <a:bodyPr anchorCtr="0" anchor="ctr" bIns="91425" lIns="91425" spcFirstLastPara="1" rIns="91425" wrap="square" tIns="91425">
            <a:noAutofit/>
          </a:bodyPr>
          <a:lstStyle>
            <a:lvl1pPr lvl="0">
              <a:spcBef>
                <a:spcPts val="0"/>
              </a:spcBef>
              <a:spcAft>
                <a:spcPts val="0"/>
              </a:spcAft>
              <a:buSzPts val="1200"/>
              <a:buFont typeface="Manrope ExtraBold"/>
              <a:buNone/>
              <a:defRPr b="0" sz="1200">
                <a:latin typeface="Manrope ExtraBold"/>
                <a:ea typeface="Manrope ExtraBold"/>
                <a:cs typeface="Manrope ExtraBold"/>
                <a:sym typeface="Manrope ExtraBold"/>
              </a:defRPr>
            </a:lvl1pPr>
            <a:lvl2pPr lvl="1">
              <a:spcBef>
                <a:spcPts val="0"/>
              </a:spcBef>
              <a:spcAft>
                <a:spcPts val="0"/>
              </a:spcAft>
              <a:buSzPts val="1200"/>
              <a:buFont typeface="Manrope ExtraBold"/>
              <a:buNone/>
              <a:defRPr sz="1200">
                <a:latin typeface="Manrope ExtraBold"/>
                <a:ea typeface="Manrope ExtraBold"/>
                <a:cs typeface="Manrope ExtraBold"/>
                <a:sym typeface="Manrope ExtraBold"/>
              </a:defRPr>
            </a:lvl2pPr>
            <a:lvl3pPr lvl="2">
              <a:spcBef>
                <a:spcPts val="0"/>
              </a:spcBef>
              <a:spcAft>
                <a:spcPts val="0"/>
              </a:spcAft>
              <a:buSzPts val="1200"/>
              <a:buFont typeface="Manrope ExtraBold"/>
              <a:buNone/>
              <a:defRPr sz="1200">
                <a:latin typeface="Manrope ExtraBold"/>
                <a:ea typeface="Manrope ExtraBold"/>
                <a:cs typeface="Manrope ExtraBold"/>
                <a:sym typeface="Manrope ExtraBold"/>
              </a:defRPr>
            </a:lvl3pPr>
            <a:lvl4pPr lvl="3">
              <a:spcBef>
                <a:spcPts val="0"/>
              </a:spcBef>
              <a:spcAft>
                <a:spcPts val="0"/>
              </a:spcAft>
              <a:buSzPts val="1200"/>
              <a:buFont typeface="Manrope ExtraBold"/>
              <a:buNone/>
              <a:defRPr sz="1200">
                <a:latin typeface="Manrope ExtraBold"/>
                <a:ea typeface="Manrope ExtraBold"/>
                <a:cs typeface="Manrope ExtraBold"/>
                <a:sym typeface="Manrope ExtraBold"/>
              </a:defRPr>
            </a:lvl4pPr>
            <a:lvl5pPr lvl="4">
              <a:spcBef>
                <a:spcPts val="0"/>
              </a:spcBef>
              <a:spcAft>
                <a:spcPts val="0"/>
              </a:spcAft>
              <a:buSzPts val="1200"/>
              <a:buFont typeface="Manrope ExtraBold"/>
              <a:buNone/>
              <a:defRPr sz="1200">
                <a:latin typeface="Manrope ExtraBold"/>
                <a:ea typeface="Manrope ExtraBold"/>
                <a:cs typeface="Manrope ExtraBold"/>
                <a:sym typeface="Manrope ExtraBold"/>
              </a:defRPr>
            </a:lvl5pPr>
            <a:lvl6pPr lvl="5">
              <a:spcBef>
                <a:spcPts val="0"/>
              </a:spcBef>
              <a:spcAft>
                <a:spcPts val="0"/>
              </a:spcAft>
              <a:buSzPts val="1200"/>
              <a:buFont typeface="Manrope ExtraBold"/>
              <a:buNone/>
              <a:defRPr sz="1200">
                <a:latin typeface="Manrope ExtraBold"/>
                <a:ea typeface="Manrope ExtraBold"/>
                <a:cs typeface="Manrope ExtraBold"/>
                <a:sym typeface="Manrope ExtraBold"/>
              </a:defRPr>
            </a:lvl6pPr>
            <a:lvl7pPr lvl="6">
              <a:spcBef>
                <a:spcPts val="0"/>
              </a:spcBef>
              <a:spcAft>
                <a:spcPts val="0"/>
              </a:spcAft>
              <a:buSzPts val="1200"/>
              <a:buFont typeface="Manrope ExtraBold"/>
              <a:buNone/>
              <a:defRPr sz="1200">
                <a:latin typeface="Manrope ExtraBold"/>
                <a:ea typeface="Manrope ExtraBold"/>
                <a:cs typeface="Manrope ExtraBold"/>
                <a:sym typeface="Manrope ExtraBold"/>
              </a:defRPr>
            </a:lvl7pPr>
            <a:lvl8pPr lvl="7">
              <a:spcBef>
                <a:spcPts val="0"/>
              </a:spcBef>
              <a:spcAft>
                <a:spcPts val="0"/>
              </a:spcAft>
              <a:buSzPts val="1200"/>
              <a:buFont typeface="Manrope ExtraBold"/>
              <a:buNone/>
              <a:defRPr sz="1200">
                <a:latin typeface="Manrope ExtraBold"/>
                <a:ea typeface="Manrope ExtraBold"/>
                <a:cs typeface="Manrope ExtraBold"/>
                <a:sym typeface="Manrope ExtraBold"/>
              </a:defRPr>
            </a:lvl8pPr>
            <a:lvl9pPr lvl="8">
              <a:spcBef>
                <a:spcPts val="0"/>
              </a:spcBef>
              <a:spcAft>
                <a:spcPts val="0"/>
              </a:spcAft>
              <a:buSzPts val="1200"/>
              <a:buFont typeface="Manrope ExtraBold"/>
              <a:buNone/>
              <a:defRPr sz="1200">
                <a:latin typeface="Manrope ExtraBold"/>
                <a:ea typeface="Manrope ExtraBold"/>
                <a:cs typeface="Manrope ExtraBold"/>
                <a:sym typeface="Manrope ExtraBold"/>
              </a:defRPr>
            </a:lvl9pPr>
          </a:lstStyle>
          <a:p/>
        </p:txBody>
      </p:sp>
      <p:sp>
        <p:nvSpPr>
          <p:cNvPr id="880" name="Google Shape;880;p32"/>
          <p:cNvSpPr txBox="1"/>
          <p:nvPr>
            <p:ph idx="3" type="body"/>
          </p:nvPr>
        </p:nvSpPr>
        <p:spPr>
          <a:xfrm>
            <a:off x="6254350" y="2353130"/>
            <a:ext cx="1636200" cy="778200"/>
          </a:xfrm>
          <a:prstGeom prst="rect">
            <a:avLst/>
          </a:prstGeom>
        </p:spPr>
        <p:txBody>
          <a:bodyPr anchorCtr="0" anchor="t" bIns="91425" lIns="91425" spcFirstLastPara="1" rIns="91425" wrap="square" tIns="0">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881" name="Google Shape;881;p32"/>
          <p:cNvSpPr txBox="1"/>
          <p:nvPr>
            <p:ph idx="4" type="title"/>
          </p:nvPr>
        </p:nvSpPr>
        <p:spPr>
          <a:xfrm>
            <a:off x="6254525" y="3292150"/>
            <a:ext cx="1636200" cy="357300"/>
          </a:xfrm>
          <a:prstGeom prst="rect">
            <a:avLst/>
          </a:prstGeom>
        </p:spPr>
        <p:txBody>
          <a:bodyPr anchorCtr="0" anchor="ctr" bIns="91425" lIns="91425" spcFirstLastPara="1" rIns="91425" wrap="square" tIns="91425">
            <a:noAutofit/>
          </a:bodyPr>
          <a:lstStyle>
            <a:lvl1pPr lvl="0">
              <a:spcBef>
                <a:spcPts val="0"/>
              </a:spcBef>
              <a:spcAft>
                <a:spcPts val="0"/>
              </a:spcAft>
              <a:buSzPts val="1200"/>
              <a:buFont typeface="Manrope ExtraBold"/>
              <a:buNone/>
              <a:defRPr b="0" sz="1200">
                <a:latin typeface="Manrope ExtraBold"/>
                <a:ea typeface="Manrope ExtraBold"/>
                <a:cs typeface="Manrope ExtraBold"/>
                <a:sym typeface="Manrope ExtraBold"/>
              </a:defRPr>
            </a:lvl1pPr>
            <a:lvl2pPr lvl="1">
              <a:spcBef>
                <a:spcPts val="0"/>
              </a:spcBef>
              <a:spcAft>
                <a:spcPts val="0"/>
              </a:spcAft>
              <a:buSzPts val="1200"/>
              <a:buFont typeface="Manrope ExtraBold"/>
              <a:buNone/>
              <a:defRPr sz="1200">
                <a:latin typeface="Manrope ExtraBold"/>
                <a:ea typeface="Manrope ExtraBold"/>
                <a:cs typeface="Manrope ExtraBold"/>
                <a:sym typeface="Manrope ExtraBold"/>
              </a:defRPr>
            </a:lvl2pPr>
            <a:lvl3pPr lvl="2">
              <a:spcBef>
                <a:spcPts val="0"/>
              </a:spcBef>
              <a:spcAft>
                <a:spcPts val="0"/>
              </a:spcAft>
              <a:buSzPts val="1200"/>
              <a:buFont typeface="Manrope ExtraBold"/>
              <a:buNone/>
              <a:defRPr sz="1200">
                <a:latin typeface="Manrope ExtraBold"/>
                <a:ea typeface="Manrope ExtraBold"/>
                <a:cs typeface="Manrope ExtraBold"/>
                <a:sym typeface="Manrope ExtraBold"/>
              </a:defRPr>
            </a:lvl3pPr>
            <a:lvl4pPr lvl="3">
              <a:spcBef>
                <a:spcPts val="0"/>
              </a:spcBef>
              <a:spcAft>
                <a:spcPts val="0"/>
              </a:spcAft>
              <a:buSzPts val="1200"/>
              <a:buFont typeface="Manrope ExtraBold"/>
              <a:buNone/>
              <a:defRPr sz="1200">
                <a:latin typeface="Manrope ExtraBold"/>
                <a:ea typeface="Manrope ExtraBold"/>
                <a:cs typeface="Manrope ExtraBold"/>
                <a:sym typeface="Manrope ExtraBold"/>
              </a:defRPr>
            </a:lvl4pPr>
            <a:lvl5pPr lvl="4">
              <a:spcBef>
                <a:spcPts val="0"/>
              </a:spcBef>
              <a:spcAft>
                <a:spcPts val="0"/>
              </a:spcAft>
              <a:buSzPts val="1200"/>
              <a:buFont typeface="Manrope ExtraBold"/>
              <a:buNone/>
              <a:defRPr sz="1200">
                <a:latin typeface="Manrope ExtraBold"/>
                <a:ea typeface="Manrope ExtraBold"/>
                <a:cs typeface="Manrope ExtraBold"/>
                <a:sym typeface="Manrope ExtraBold"/>
              </a:defRPr>
            </a:lvl5pPr>
            <a:lvl6pPr lvl="5">
              <a:spcBef>
                <a:spcPts val="0"/>
              </a:spcBef>
              <a:spcAft>
                <a:spcPts val="0"/>
              </a:spcAft>
              <a:buSzPts val="1200"/>
              <a:buFont typeface="Manrope ExtraBold"/>
              <a:buNone/>
              <a:defRPr sz="1200">
                <a:latin typeface="Manrope ExtraBold"/>
                <a:ea typeface="Manrope ExtraBold"/>
                <a:cs typeface="Manrope ExtraBold"/>
                <a:sym typeface="Manrope ExtraBold"/>
              </a:defRPr>
            </a:lvl6pPr>
            <a:lvl7pPr lvl="6">
              <a:spcBef>
                <a:spcPts val="0"/>
              </a:spcBef>
              <a:spcAft>
                <a:spcPts val="0"/>
              </a:spcAft>
              <a:buSzPts val="1200"/>
              <a:buFont typeface="Manrope ExtraBold"/>
              <a:buNone/>
              <a:defRPr sz="1200">
                <a:latin typeface="Manrope ExtraBold"/>
                <a:ea typeface="Manrope ExtraBold"/>
                <a:cs typeface="Manrope ExtraBold"/>
                <a:sym typeface="Manrope ExtraBold"/>
              </a:defRPr>
            </a:lvl7pPr>
            <a:lvl8pPr lvl="7">
              <a:spcBef>
                <a:spcPts val="0"/>
              </a:spcBef>
              <a:spcAft>
                <a:spcPts val="0"/>
              </a:spcAft>
              <a:buSzPts val="1200"/>
              <a:buFont typeface="Manrope ExtraBold"/>
              <a:buNone/>
              <a:defRPr sz="1200">
                <a:latin typeface="Manrope ExtraBold"/>
                <a:ea typeface="Manrope ExtraBold"/>
                <a:cs typeface="Manrope ExtraBold"/>
                <a:sym typeface="Manrope ExtraBold"/>
              </a:defRPr>
            </a:lvl8pPr>
            <a:lvl9pPr lvl="8">
              <a:spcBef>
                <a:spcPts val="0"/>
              </a:spcBef>
              <a:spcAft>
                <a:spcPts val="0"/>
              </a:spcAft>
              <a:buSzPts val="1200"/>
              <a:buFont typeface="Manrope ExtraBold"/>
              <a:buNone/>
              <a:defRPr sz="1200">
                <a:latin typeface="Manrope ExtraBold"/>
                <a:ea typeface="Manrope ExtraBold"/>
                <a:cs typeface="Manrope ExtraBold"/>
                <a:sym typeface="Manrope ExtraBold"/>
              </a:defRPr>
            </a:lvl9pPr>
          </a:lstStyle>
          <a:p/>
        </p:txBody>
      </p:sp>
      <p:sp>
        <p:nvSpPr>
          <p:cNvPr id="882" name="Google Shape;882;p32"/>
          <p:cNvSpPr txBox="1"/>
          <p:nvPr>
            <p:ph idx="5" type="body"/>
          </p:nvPr>
        </p:nvSpPr>
        <p:spPr>
          <a:xfrm>
            <a:off x="6254350" y="3682816"/>
            <a:ext cx="1636200" cy="778200"/>
          </a:xfrm>
          <a:prstGeom prst="rect">
            <a:avLst/>
          </a:prstGeom>
        </p:spPr>
        <p:txBody>
          <a:bodyPr anchorCtr="0" anchor="t" bIns="91425" lIns="91425" spcFirstLastPara="1" rIns="91425" wrap="square" tIns="0">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883" name="Google Shape;883;p32"/>
          <p:cNvSpPr txBox="1"/>
          <p:nvPr>
            <p:ph idx="6" type="title"/>
          </p:nvPr>
        </p:nvSpPr>
        <p:spPr>
          <a:xfrm>
            <a:off x="4844275" y="2277100"/>
            <a:ext cx="1363200" cy="433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3000"/>
              <a:buFont typeface="Anton"/>
              <a:buNone/>
              <a:defRPr/>
            </a:lvl2pPr>
            <a:lvl3pPr lvl="2" algn="ctr">
              <a:spcBef>
                <a:spcPts val="0"/>
              </a:spcBef>
              <a:spcAft>
                <a:spcPts val="0"/>
              </a:spcAft>
              <a:buClr>
                <a:schemeClr val="lt1"/>
              </a:buClr>
              <a:buSzPts val="3000"/>
              <a:buFont typeface="Anton"/>
              <a:buNone/>
              <a:defRPr/>
            </a:lvl3pPr>
            <a:lvl4pPr lvl="3" algn="ctr">
              <a:spcBef>
                <a:spcPts val="0"/>
              </a:spcBef>
              <a:spcAft>
                <a:spcPts val="0"/>
              </a:spcAft>
              <a:buClr>
                <a:schemeClr val="lt1"/>
              </a:buClr>
              <a:buSzPts val="3000"/>
              <a:buFont typeface="Anton"/>
              <a:buNone/>
              <a:defRPr/>
            </a:lvl4pPr>
            <a:lvl5pPr lvl="4" algn="ctr">
              <a:spcBef>
                <a:spcPts val="0"/>
              </a:spcBef>
              <a:spcAft>
                <a:spcPts val="0"/>
              </a:spcAft>
              <a:buClr>
                <a:schemeClr val="lt1"/>
              </a:buClr>
              <a:buSzPts val="3000"/>
              <a:buFont typeface="Anton"/>
              <a:buNone/>
              <a:defRPr/>
            </a:lvl5pPr>
            <a:lvl6pPr lvl="5" algn="ctr">
              <a:spcBef>
                <a:spcPts val="0"/>
              </a:spcBef>
              <a:spcAft>
                <a:spcPts val="0"/>
              </a:spcAft>
              <a:buClr>
                <a:schemeClr val="lt1"/>
              </a:buClr>
              <a:buSzPts val="3000"/>
              <a:buFont typeface="Anton"/>
              <a:buNone/>
              <a:defRPr/>
            </a:lvl6pPr>
            <a:lvl7pPr lvl="6" algn="ctr">
              <a:spcBef>
                <a:spcPts val="0"/>
              </a:spcBef>
              <a:spcAft>
                <a:spcPts val="0"/>
              </a:spcAft>
              <a:buClr>
                <a:schemeClr val="lt1"/>
              </a:buClr>
              <a:buSzPts val="3000"/>
              <a:buFont typeface="Anton"/>
              <a:buNone/>
              <a:defRPr/>
            </a:lvl7pPr>
            <a:lvl8pPr lvl="7" algn="ctr">
              <a:spcBef>
                <a:spcPts val="0"/>
              </a:spcBef>
              <a:spcAft>
                <a:spcPts val="0"/>
              </a:spcAft>
              <a:buClr>
                <a:schemeClr val="lt1"/>
              </a:buClr>
              <a:buSzPts val="3000"/>
              <a:buFont typeface="Anton"/>
              <a:buNone/>
              <a:defRPr/>
            </a:lvl8pPr>
            <a:lvl9pPr lvl="8" algn="ctr">
              <a:spcBef>
                <a:spcPts val="0"/>
              </a:spcBef>
              <a:spcAft>
                <a:spcPts val="0"/>
              </a:spcAft>
              <a:buClr>
                <a:schemeClr val="lt1"/>
              </a:buClr>
              <a:buSzPts val="3000"/>
              <a:buFont typeface="Anton"/>
              <a:buNone/>
              <a:defRPr/>
            </a:lvl9pPr>
          </a:lstStyle>
          <a:p/>
        </p:txBody>
      </p:sp>
      <p:sp>
        <p:nvSpPr>
          <p:cNvPr id="884" name="Google Shape;884;p32"/>
          <p:cNvSpPr txBox="1"/>
          <p:nvPr>
            <p:ph idx="7" type="subTitle"/>
          </p:nvPr>
        </p:nvSpPr>
        <p:spPr>
          <a:xfrm>
            <a:off x="4844325" y="2702150"/>
            <a:ext cx="13632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1000"/>
              <a:buNone/>
              <a:defRPr sz="1000"/>
            </a:lvl1pPr>
            <a:lvl2pPr lvl="1" algn="ctr">
              <a:spcBef>
                <a:spcPts val="800"/>
              </a:spcBef>
              <a:spcAft>
                <a:spcPts val="0"/>
              </a:spcAft>
              <a:buSzPts val="1000"/>
              <a:buNone/>
              <a:defRPr sz="1000"/>
            </a:lvl2pPr>
            <a:lvl3pPr lvl="2" algn="ctr">
              <a:spcBef>
                <a:spcPts val="800"/>
              </a:spcBef>
              <a:spcAft>
                <a:spcPts val="0"/>
              </a:spcAft>
              <a:buSzPts val="1000"/>
              <a:buNone/>
              <a:defRPr sz="1000"/>
            </a:lvl3pPr>
            <a:lvl4pPr lvl="3" algn="ctr">
              <a:spcBef>
                <a:spcPts val="800"/>
              </a:spcBef>
              <a:spcAft>
                <a:spcPts val="0"/>
              </a:spcAft>
              <a:buSzPts val="1000"/>
              <a:buNone/>
              <a:defRPr sz="1000"/>
            </a:lvl4pPr>
            <a:lvl5pPr lvl="4" algn="ctr">
              <a:spcBef>
                <a:spcPts val="800"/>
              </a:spcBef>
              <a:spcAft>
                <a:spcPts val="0"/>
              </a:spcAft>
              <a:buSzPts val="1000"/>
              <a:buNone/>
              <a:defRPr sz="1000"/>
            </a:lvl5pPr>
            <a:lvl6pPr lvl="5" algn="ctr">
              <a:spcBef>
                <a:spcPts val="800"/>
              </a:spcBef>
              <a:spcAft>
                <a:spcPts val="0"/>
              </a:spcAft>
              <a:buSzPts val="1000"/>
              <a:buNone/>
              <a:defRPr sz="1000"/>
            </a:lvl6pPr>
            <a:lvl7pPr lvl="6" algn="ctr">
              <a:spcBef>
                <a:spcPts val="800"/>
              </a:spcBef>
              <a:spcAft>
                <a:spcPts val="0"/>
              </a:spcAft>
              <a:buSzPts val="1000"/>
              <a:buNone/>
              <a:defRPr sz="1000"/>
            </a:lvl7pPr>
            <a:lvl8pPr lvl="7" algn="ctr">
              <a:spcBef>
                <a:spcPts val="800"/>
              </a:spcBef>
              <a:spcAft>
                <a:spcPts val="0"/>
              </a:spcAft>
              <a:buSzPts val="1000"/>
              <a:buNone/>
              <a:defRPr sz="1000"/>
            </a:lvl8pPr>
            <a:lvl9pPr lvl="8" algn="ctr">
              <a:spcBef>
                <a:spcPts val="800"/>
              </a:spcBef>
              <a:spcAft>
                <a:spcPts val="800"/>
              </a:spcAft>
              <a:buSzPts val="1000"/>
              <a:buNone/>
              <a:defRPr sz="1000"/>
            </a:lvl9pPr>
          </a:lstStyle>
          <a:p/>
        </p:txBody>
      </p:sp>
      <p:sp>
        <p:nvSpPr>
          <p:cNvPr id="885" name="Google Shape;885;p32"/>
          <p:cNvSpPr txBox="1"/>
          <p:nvPr>
            <p:ph idx="8" type="title"/>
          </p:nvPr>
        </p:nvSpPr>
        <p:spPr>
          <a:xfrm>
            <a:off x="4844275" y="3581862"/>
            <a:ext cx="1363200" cy="433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3000"/>
              <a:buFont typeface="Anton"/>
              <a:buNone/>
              <a:defRPr/>
            </a:lvl2pPr>
            <a:lvl3pPr lvl="2" algn="ctr">
              <a:spcBef>
                <a:spcPts val="0"/>
              </a:spcBef>
              <a:spcAft>
                <a:spcPts val="0"/>
              </a:spcAft>
              <a:buClr>
                <a:schemeClr val="lt1"/>
              </a:buClr>
              <a:buSzPts val="3000"/>
              <a:buFont typeface="Anton"/>
              <a:buNone/>
              <a:defRPr/>
            </a:lvl3pPr>
            <a:lvl4pPr lvl="3" algn="ctr">
              <a:spcBef>
                <a:spcPts val="0"/>
              </a:spcBef>
              <a:spcAft>
                <a:spcPts val="0"/>
              </a:spcAft>
              <a:buClr>
                <a:schemeClr val="lt1"/>
              </a:buClr>
              <a:buSzPts val="3000"/>
              <a:buFont typeface="Anton"/>
              <a:buNone/>
              <a:defRPr/>
            </a:lvl4pPr>
            <a:lvl5pPr lvl="4" algn="ctr">
              <a:spcBef>
                <a:spcPts val="0"/>
              </a:spcBef>
              <a:spcAft>
                <a:spcPts val="0"/>
              </a:spcAft>
              <a:buClr>
                <a:schemeClr val="lt1"/>
              </a:buClr>
              <a:buSzPts val="3000"/>
              <a:buFont typeface="Anton"/>
              <a:buNone/>
              <a:defRPr/>
            </a:lvl5pPr>
            <a:lvl6pPr lvl="5" algn="ctr">
              <a:spcBef>
                <a:spcPts val="0"/>
              </a:spcBef>
              <a:spcAft>
                <a:spcPts val="0"/>
              </a:spcAft>
              <a:buClr>
                <a:schemeClr val="lt1"/>
              </a:buClr>
              <a:buSzPts val="3000"/>
              <a:buFont typeface="Anton"/>
              <a:buNone/>
              <a:defRPr/>
            </a:lvl6pPr>
            <a:lvl7pPr lvl="6" algn="ctr">
              <a:spcBef>
                <a:spcPts val="0"/>
              </a:spcBef>
              <a:spcAft>
                <a:spcPts val="0"/>
              </a:spcAft>
              <a:buClr>
                <a:schemeClr val="lt1"/>
              </a:buClr>
              <a:buSzPts val="3000"/>
              <a:buFont typeface="Anton"/>
              <a:buNone/>
              <a:defRPr/>
            </a:lvl7pPr>
            <a:lvl8pPr lvl="7" algn="ctr">
              <a:spcBef>
                <a:spcPts val="0"/>
              </a:spcBef>
              <a:spcAft>
                <a:spcPts val="0"/>
              </a:spcAft>
              <a:buClr>
                <a:schemeClr val="lt1"/>
              </a:buClr>
              <a:buSzPts val="3000"/>
              <a:buFont typeface="Anton"/>
              <a:buNone/>
              <a:defRPr/>
            </a:lvl8pPr>
            <a:lvl9pPr lvl="8" algn="ctr">
              <a:spcBef>
                <a:spcPts val="0"/>
              </a:spcBef>
              <a:spcAft>
                <a:spcPts val="0"/>
              </a:spcAft>
              <a:buClr>
                <a:schemeClr val="lt1"/>
              </a:buClr>
              <a:buSzPts val="3000"/>
              <a:buFont typeface="Anton"/>
              <a:buNone/>
              <a:defRPr/>
            </a:lvl9pPr>
          </a:lstStyle>
          <a:p/>
        </p:txBody>
      </p:sp>
      <p:sp>
        <p:nvSpPr>
          <p:cNvPr id="886" name="Google Shape;886;p32"/>
          <p:cNvSpPr txBox="1"/>
          <p:nvPr>
            <p:ph idx="9" type="subTitle"/>
          </p:nvPr>
        </p:nvSpPr>
        <p:spPr>
          <a:xfrm>
            <a:off x="4844325" y="4006913"/>
            <a:ext cx="13632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1000"/>
              <a:buNone/>
              <a:defRPr sz="1000"/>
            </a:lvl1pPr>
            <a:lvl2pPr lvl="1" algn="ctr">
              <a:spcBef>
                <a:spcPts val="800"/>
              </a:spcBef>
              <a:spcAft>
                <a:spcPts val="0"/>
              </a:spcAft>
              <a:buSzPts val="1000"/>
              <a:buNone/>
              <a:defRPr sz="1000"/>
            </a:lvl2pPr>
            <a:lvl3pPr lvl="2" algn="ctr">
              <a:spcBef>
                <a:spcPts val="800"/>
              </a:spcBef>
              <a:spcAft>
                <a:spcPts val="0"/>
              </a:spcAft>
              <a:buSzPts val="1000"/>
              <a:buNone/>
              <a:defRPr sz="1000"/>
            </a:lvl3pPr>
            <a:lvl4pPr lvl="3" algn="ctr">
              <a:spcBef>
                <a:spcPts val="800"/>
              </a:spcBef>
              <a:spcAft>
                <a:spcPts val="0"/>
              </a:spcAft>
              <a:buSzPts val="1000"/>
              <a:buNone/>
              <a:defRPr sz="1000"/>
            </a:lvl4pPr>
            <a:lvl5pPr lvl="4" algn="ctr">
              <a:spcBef>
                <a:spcPts val="800"/>
              </a:spcBef>
              <a:spcAft>
                <a:spcPts val="0"/>
              </a:spcAft>
              <a:buSzPts val="1000"/>
              <a:buNone/>
              <a:defRPr sz="1000"/>
            </a:lvl5pPr>
            <a:lvl6pPr lvl="5" algn="ctr">
              <a:spcBef>
                <a:spcPts val="800"/>
              </a:spcBef>
              <a:spcAft>
                <a:spcPts val="0"/>
              </a:spcAft>
              <a:buSzPts val="1000"/>
              <a:buNone/>
              <a:defRPr sz="1000"/>
            </a:lvl6pPr>
            <a:lvl7pPr lvl="6" algn="ctr">
              <a:spcBef>
                <a:spcPts val="800"/>
              </a:spcBef>
              <a:spcAft>
                <a:spcPts val="0"/>
              </a:spcAft>
              <a:buSzPts val="1000"/>
              <a:buNone/>
              <a:defRPr sz="1000"/>
            </a:lvl7pPr>
            <a:lvl8pPr lvl="7" algn="ctr">
              <a:spcBef>
                <a:spcPts val="800"/>
              </a:spcBef>
              <a:spcAft>
                <a:spcPts val="0"/>
              </a:spcAft>
              <a:buSzPts val="1000"/>
              <a:buNone/>
              <a:defRPr sz="1000"/>
            </a:lvl8pPr>
            <a:lvl9pPr lvl="8" algn="ctr">
              <a:spcBef>
                <a:spcPts val="800"/>
              </a:spcBef>
              <a:spcAft>
                <a:spcPts val="800"/>
              </a:spcAft>
              <a:buSzPts val="1000"/>
              <a:buNone/>
              <a:defRPr sz="1000"/>
            </a:lvl9pPr>
          </a:lstStyle>
          <a:p/>
        </p:txBody>
      </p:sp>
      <p:sp>
        <p:nvSpPr>
          <p:cNvPr id="887" name="Google Shape;887;p32"/>
          <p:cNvSpPr txBox="1"/>
          <p:nvPr>
            <p:ph idx="13" type="body"/>
          </p:nvPr>
        </p:nvSpPr>
        <p:spPr>
          <a:xfrm>
            <a:off x="4831275" y="508775"/>
            <a:ext cx="3005100" cy="12537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arterly Goal">
  <p:cSld name="CUSTOM_1_1_3_1_2">
    <p:spTree>
      <p:nvGrpSpPr>
        <p:cNvPr id="888" name="Shape 888"/>
        <p:cNvGrpSpPr/>
        <p:nvPr/>
      </p:nvGrpSpPr>
      <p:grpSpPr>
        <a:xfrm>
          <a:off x="0" y="0"/>
          <a:ext cx="0" cy="0"/>
          <a:chOff x="0" y="0"/>
          <a:chExt cx="0" cy="0"/>
        </a:xfrm>
      </p:grpSpPr>
      <p:grpSp>
        <p:nvGrpSpPr>
          <p:cNvPr id="889" name="Google Shape;889;p33"/>
          <p:cNvGrpSpPr/>
          <p:nvPr/>
        </p:nvGrpSpPr>
        <p:grpSpPr>
          <a:xfrm>
            <a:off x="392964" y="576950"/>
            <a:ext cx="8764835" cy="4114800"/>
            <a:chOff x="374175" y="576950"/>
            <a:chExt cx="8783280" cy="4114800"/>
          </a:xfrm>
        </p:grpSpPr>
        <p:cxnSp>
          <p:nvCxnSpPr>
            <p:cNvPr id="890" name="Google Shape;890;p33"/>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1" name="Google Shape;891;p33"/>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2" name="Google Shape;892;p33"/>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3" name="Google Shape;893;p33"/>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4" name="Google Shape;894;p33"/>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5" name="Google Shape;895;p33"/>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6" name="Google Shape;896;p33"/>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7" name="Google Shape;897;p33"/>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898" name="Google Shape;898;p33"/>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sp>
        <p:nvSpPr>
          <p:cNvPr id="899" name="Google Shape;899;p33"/>
          <p:cNvSpPr txBox="1"/>
          <p:nvPr>
            <p:ph idx="1" type="subTitle"/>
          </p:nvPr>
        </p:nvSpPr>
        <p:spPr>
          <a:xfrm>
            <a:off x="3063300" y="413950"/>
            <a:ext cx="2445000" cy="911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800"/>
              <a:buFont typeface="Arial"/>
              <a:buNone/>
              <a:defRPr sz="1000">
                <a:latin typeface="Manrope Medium"/>
                <a:ea typeface="Manrope Medium"/>
                <a:cs typeface="Manrope Medium"/>
                <a:sym typeface="Manrope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0" name="Google Shape;900;p33"/>
          <p:cNvSpPr txBox="1"/>
          <p:nvPr>
            <p:ph type="title"/>
          </p:nvPr>
        </p:nvSpPr>
        <p:spPr>
          <a:xfrm>
            <a:off x="513300" y="419950"/>
            <a:ext cx="2641500" cy="1015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None/>
              <a:defRPr b="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901" name="Google Shape;901;p33"/>
          <p:cNvSpPr txBox="1"/>
          <p:nvPr>
            <p:ph idx="2" type="title"/>
          </p:nvPr>
        </p:nvSpPr>
        <p:spPr>
          <a:xfrm>
            <a:off x="1060026" y="1816375"/>
            <a:ext cx="2181900" cy="2364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902" name="Google Shape;902;p33"/>
          <p:cNvSpPr txBox="1"/>
          <p:nvPr>
            <p:ph idx="3" type="body"/>
          </p:nvPr>
        </p:nvSpPr>
        <p:spPr>
          <a:xfrm>
            <a:off x="1059900" y="2124925"/>
            <a:ext cx="2181900" cy="363300"/>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903" name="Google Shape;903;p33"/>
          <p:cNvSpPr txBox="1"/>
          <p:nvPr>
            <p:ph idx="4" type="title"/>
          </p:nvPr>
        </p:nvSpPr>
        <p:spPr>
          <a:xfrm rot="132356">
            <a:off x="955546" y="2826529"/>
            <a:ext cx="2182317" cy="236571"/>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904" name="Google Shape;904;p33"/>
          <p:cNvSpPr txBox="1"/>
          <p:nvPr>
            <p:ph idx="5" type="body"/>
          </p:nvPr>
        </p:nvSpPr>
        <p:spPr>
          <a:xfrm rot="132356">
            <a:off x="941064" y="3134798"/>
            <a:ext cx="2182317" cy="363274"/>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905" name="Google Shape;905;p33"/>
          <p:cNvSpPr txBox="1"/>
          <p:nvPr>
            <p:ph idx="6" type="title"/>
          </p:nvPr>
        </p:nvSpPr>
        <p:spPr>
          <a:xfrm>
            <a:off x="980676" y="3873125"/>
            <a:ext cx="2181900" cy="2364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906" name="Google Shape;906;p33"/>
          <p:cNvSpPr txBox="1"/>
          <p:nvPr>
            <p:ph idx="7" type="body"/>
          </p:nvPr>
        </p:nvSpPr>
        <p:spPr>
          <a:xfrm>
            <a:off x="980550" y="4181675"/>
            <a:ext cx="2181900" cy="363300"/>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907" name="Google Shape;907;p33"/>
          <p:cNvSpPr txBox="1"/>
          <p:nvPr>
            <p:ph idx="8" type="title"/>
          </p:nvPr>
        </p:nvSpPr>
        <p:spPr>
          <a:xfrm rot="126099">
            <a:off x="4508764" y="2120094"/>
            <a:ext cx="1766989" cy="23626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908" name="Google Shape;908;p33"/>
          <p:cNvSpPr txBox="1"/>
          <p:nvPr>
            <p:ph idx="9" type="body"/>
          </p:nvPr>
        </p:nvSpPr>
        <p:spPr>
          <a:xfrm rot="125772">
            <a:off x="4492678" y="2428187"/>
            <a:ext cx="1763380" cy="499236"/>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909" name="Google Shape;909;p33"/>
          <p:cNvSpPr txBox="1"/>
          <p:nvPr>
            <p:ph idx="13" type="title"/>
          </p:nvPr>
        </p:nvSpPr>
        <p:spPr>
          <a:xfrm>
            <a:off x="7140350" y="2580150"/>
            <a:ext cx="1377000" cy="394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910" name="Google Shape;910;p33"/>
          <p:cNvSpPr txBox="1"/>
          <p:nvPr>
            <p:ph idx="14" type="body"/>
          </p:nvPr>
        </p:nvSpPr>
        <p:spPr>
          <a:xfrm>
            <a:off x="7142825" y="3047175"/>
            <a:ext cx="1377000" cy="827700"/>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911" name="Google Shape;911;p33"/>
          <p:cNvSpPr txBox="1"/>
          <p:nvPr>
            <p:ph idx="15" type="title"/>
          </p:nvPr>
        </p:nvSpPr>
        <p:spPr>
          <a:xfrm>
            <a:off x="4505150" y="3400100"/>
            <a:ext cx="1725000" cy="2364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912" name="Google Shape;912;p33"/>
          <p:cNvSpPr txBox="1"/>
          <p:nvPr>
            <p:ph idx="16" type="body"/>
          </p:nvPr>
        </p:nvSpPr>
        <p:spPr>
          <a:xfrm>
            <a:off x="4505025" y="3708650"/>
            <a:ext cx="1725000" cy="527100"/>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ackground Title">
  <p:cSld name="CUSTOM_1_1_1_1_1_2">
    <p:bg>
      <p:bgPr>
        <a:solidFill>
          <a:schemeClr val="accent3"/>
        </a:solidFill>
      </p:bgPr>
    </p:bg>
    <p:spTree>
      <p:nvGrpSpPr>
        <p:cNvPr id="913" name="Shape 913"/>
        <p:cNvGrpSpPr/>
        <p:nvPr/>
      </p:nvGrpSpPr>
      <p:grpSpPr>
        <a:xfrm>
          <a:off x="0" y="0"/>
          <a:ext cx="0" cy="0"/>
          <a:chOff x="0" y="0"/>
          <a:chExt cx="0" cy="0"/>
        </a:xfrm>
      </p:grpSpPr>
      <p:sp>
        <p:nvSpPr>
          <p:cNvPr id="914" name="Google Shape;914;p34"/>
          <p:cNvSpPr/>
          <p:nvPr/>
        </p:nvSpPr>
        <p:spPr>
          <a:xfrm rot="10800000">
            <a:off x="7960900" y="-13950"/>
            <a:ext cx="1192200" cy="11982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15" name="Google Shape;915;p34"/>
          <p:cNvSpPr/>
          <p:nvPr/>
        </p:nvSpPr>
        <p:spPr>
          <a:xfrm>
            <a:off x="7735575" y="-10150"/>
            <a:ext cx="1428750" cy="1320800"/>
          </a:xfrm>
          <a:custGeom>
            <a:rect b="b" l="l" r="r" t="t"/>
            <a:pathLst>
              <a:path extrusionOk="0" h="52832" w="57150">
                <a:moveTo>
                  <a:pt x="4572" y="0"/>
                </a:moveTo>
                <a:lnTo>
                  <a:pt x="0" y="51308"/>
                </a:lnTo>
                <a:lnTo>
                  <a:pt x="57150" y="52832"/>
                </a:lnTo>
                <a:lnTo>
                  <a:pt x="57150" y="47752"/>
                </a:lnTo>
                <a:lnTo>
                  <a:pt x="9144" y="0"/>
                </a:lnTo>
                <a:close/>
              </a:path>
            </a:pathLst>
          </a:custGeom>
          <a:solidFill>
            <a:schemeClr val="dk1"/>
          </a:solidFill>
          <a:ln>
            <a:noFill/>
          </a:ln>
        </p:spPr>
      </p:sp>
      <p:sp>
        <p:nvSpPr>
          <p:cNvPr id="916" name="Google Shape;916;p34"/>
          <p:cNvSpPr txBox="1"/>
          <p:nvPr>
            <p:ph type="title"/>
          </p:nvPr>
        </p:nvSpPr>
        <p:spPr>
          <a:xfrm>
            <a:off x="508875" y="1998400"/>
            <a:ext cx="6149700" cy="18471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6000"/>
              <a:buNone/>
              <a:defRPr b="0" sz="6000"/>
            </a:lvl1pPr>
            <a:lvl2pPr lvl="1">
              <a:spcBef>
                <a:spcPts val="0"/>
              </a:spcBef>
              <a:spcAft>
                <a:spcPts val="0"/>
              </a:spcAft>
              <a:buClr>
                <a:schemeClr val="lt1"/>
              </a:buClr>
              <a:buSzPts val="6000"/>
              <a:buNone/>
              <a:defRPr sz="6000"/>
            </a:lvl2pPr>
            <a:lvl3pPr lvl="2">
              <a:spcBef>
                <a:spcPts val="0"/>
              </a:spcBef>
              <a:spcAft>
                <a:spcPts val="0"/>
              </a:spcAft>
              <a:buClr>
                <a:schemeClr val="lt1"/>
              </a:buClr>
              <a:buSzPts val="6000"/>
              <a:buNone/>
              <a:defRPr sz="6000"/>
            </a:lvl3pPr>
            <a:lvl4pPr lvl="3">
              <a:spcBef>
                <a:spcPts val="0"/>
              </a:spcBef>
              <a:spcAft>
                <a:spcPts val="0"/>
              </a:spcAft>
              <a:buClr>
                <a:schemeClr val="lt1"/>
              </a:buClr>
              <a:buSzPts val="6000"/>
              <a:buNone/>
              <a:defRPr sz="6000"/>
            </a:lvl4pPr>
            <a:lvl5pPr lvl="4">
              <a:spcBef>
                <a:spcPts val="0"/>
              </a:spcBef>
              <a:spcAft>
                <a:spcPts val="0"/>
              </a:spcAft>
              <a:buClr>
                <a:schemeClr val="lt1"/>
              </a:buClr>
              <a:buSzPts val="6000"/>
              <a:buNone/>
              <a:defRPr sz="6000"/>
            </a:lvl5pPr>
            <a:lvl6pPr lvl="5">
              <a:spcBef>
                <a:spcPts val="0"/>
              </a:spcBef>
              <a:spcAft>
                <a:spcPts val="0"/>
              </a:spcAft>
              <a:buClr>
                <a:schemeClr val="lt1"/>
              </a:buClr>
              <a:buSzPts val="6000"/>
              <a:buNone/>
              <a:defRPr sz="6000"/>
            </a:lvl6pPr>
            <a:lvl7pPr lvl="6">
              <a:spcBef>
                <a:spcPts val="0"/>
              </a:spcBef>
              <a:spcAft>
                <a:spcPts val="0"/>
              </a:spcAft>
              <a:buClr>
                <a:schemeClr val="lt1"/>
              </a:buClr>
              <a:buSzPts val="6000"/>
              <a:buNone/>
              <a:defRPr sz="6000"/>
            </a:lvl7pPr>
            <a:lvl8pPr lvl="7">
              <a:spcBef>
                <a:spcPts val="0"/>
              </a:spcBef>
              <a:spcAft>
                <a:spcPts val="0"/>
              </a:spcAft>
              <a:buClr>
                <a:schemeClr val="lt1"/>
              </a:buClr>
              <a:buSzPts val="6000"/>
              <a:buNone/>
              <a:defRPr sz="6000"/>
            </a:lvl8pPr>
            <a:lvl9pPr lvl="8">
              <a:spcBef>
                <a:spcPts val="0"/>
              </a:spcBef>
              <a:spcAft>
                <a:spcPts val="0"/>
              </a:spcAft>
              <a:buClr>
                <a:schemeClr val="lt1"/>
              </a:buClr>
              <a:buSzPts val="6000"/>
              <a:buNone/>
              <a:defRPr sz="6000"/>
            </a:lvl9pPr>
          </a:lstStyle>
          <a:p/>
        </p:txBody>
      </p:sp>
      <p:sp>
        <p:nvSpPr>
          <p:cNvPr id="917" name="Google Shape;917;p34"/>
          <p:cNvSpPr txBox="1"/>
          <p:nvPr>
            <p:ph idx="1" type="body"/>
          </p:nvPr>
        </p:nvSpPr>
        <p:spPr>
          <a:xfrm>
            <a:off x="508950" y="3845575"/>
            <a:ext cx="4499700" cy="8697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918" name="Google Shape;918;p34"/>
          <p:cNvSpPr txBox="1"/>
          <p:nvPr>
            <p:ph idx="2" type="subTitle"/>
          </p:nvPr>
        </p:nvSpPr>
        <p:spPr>
          <a:xfrm rot="-252596">
            <a:off x="5199023" y="3875031"/>
            <a:ext cx="1487514" cy="689167"/>
          </a:xfrm>
          <a:prstGeom prst="rect">
            <a:avLst/>
          </a:prstGeom>
        </p:spPr>
        <p:txBody>
          <a:bodyPr anchorCtr="0" anchor="ctr" bIns="91425" lIns="182875" spcFirstLastPara="1" rIns="182875" wrap="square" tIns="91425">
            <a:noAutofit/>
          </a:bodyPr>
          <a:lstStyle>
            <a:lvl1pPr lvl="0" algn="ctr">
              <a:spcBef>
                <a:spcPts val="0"/>
              </a:spcBef>
              <a:spcAft>
                <a:spcPts val="0"/>
              </a:spcAft>
              <a:buSzPts val="1200"/>
              <a:buNone/>
              <a:defRPr b="1"/>
            </a:lvl1pPr>
            <a:lvl2pPr lvl="1" algn="ctr">
              <a:spcBef>
                <a:spcPts val="800"/>
              </a:spcBef>
              <a:spcAft>
                <a:spcPts val="0"/>
              </a:spcAft>
              <a:buSzPts val="1000"/>
              <a:buNone/>
              <a:defRPr b="1" sz="1000"/>
            </a:lvl2pPr>
            <a:lvl3pPr lvl="2" algn="ctr">
              <a:spcBef>
                <a:spcPts val="800"/>
              </a:spcBef>
              <a:spcAft>
                <a:spcPts val="0"/>
              </a:spcAft>
              <a:buSzPts val="1000"/>
              <a:buNone/>
              <a:defRPr b="1" sz="1000"/>
            </a:lvl3pPr>
            <a:lvl4pPr lvl="3" algn="ctr">
              <a:spcBef>
                <a:spcPts val="800"/>
              </a:spcBef>
              <a:spcAft>
                <a:spcPts val="0"/>
              </a:spcAft>
              <a:buSzPts val="1000"/>
              <a:buNone/>
              <a:defRPr b="1" sz="1000"/>
            </a:lvl4pPr>
            <a:lvl5pPr lvl="4" algn="ctr">
              <a:spcBef>
                <a:spcPts val="800"/>
              </a:spcBef>
              <a:spcAft>
                <a:spcPts val="0"/>
              </a:spcAft>
              <a:buSzPts val="1000"/>
              <a:buNone/>
              <a:defRPr b="1" sz="1000"/>
            </a:lvl5pPr>
            <a:lvl6pPr lvl="5" algn="ctr">
              <a:spcBef>
                <a:spcPts val="800"/>
              </a:spcBef>
              <a:spcAft>
                <a:spcPts val="0"/>
              </a:spcAft>
              <a:buSzPts val="1000"/>
              <a:buNone/>
              <a:defRPr b="1" sz="1000"/>
            </a:lvl6pPr>
            <a:lvl7pPr lvl="6" algn="ctr">
              <a:spcBef>
                <a:spcPts val="800"/>
              </a:spcBef>
              <a:spcAft>
                <a:spcPts val="0"/>
              </a:spcAft>
              <a:buSzPts val="1000"/>
              <a:buNone/>
              <a:defRPr b="1" sz="1000"/>
            </a:lvl7pPr>
            <a:lvl8pPr lvl="7" algn="ctr">
              <a:spcBef>
                <a:spcPts val="800"/>
              </a:spcBef>
              <a:spcAft>
                <a:spcPts val="0"/>
              </a:spcAft>
              <a:buSzPts val="1000"/>
              <a:buNone/>
              <a:defRPr b="1" sz="1000"/>
            </a:lvl8pPr>
            <a:lvl9pPr lvl="8" algn="ctr">
              <a:spcBef>
                <a:spcPts val="800"/>
              </a:spcBef>
              <a:spcAft>
                <a:spcPts val="800"/>
              </a:spcAft>
              <a:buSzPts val="1000"/>
              <a:buNone/>
              <a:defRPr b="1" sz="1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Notes with dark background">
  <p:cSld name="CUSTOM_1_1_1_4">
    <p:bg>
      <p:bgPr>
        <a:solidFill>
          <a:schemeClr val="lt1"/>
        </a:solidFill>
      </p:bgPr>
    </p:bg>
    <p:spTree>
      <p:nvGrpSpPr>
        <p:cNvPr id="919" name="Shape 919"/>
        <p:cNvGrpSpPr/>
        <p:nvPr/>
      </p:nvGrpSpPr>
      <p:grpSpPr>
        <a:xfrm>
          <a:off x="0" y="0"/>
          <a:ext cx="0" cy="0"/>
          <a:chOff x="0" y="0"/>
          <a:chExt cx="0" cy="0"/>
        </a:xfrm>
      </p:grpSpPr>
      <p:sp>
        <p:nvSpPr>
          <p:cNvPr id="920" name="Google Shape;920;p35"/>
          <p:cNvSpPr/>
          <p:nvPr/>
        </p:nvSpPr>
        <p:spPr>
          <a:xfrm>
            <a:off x="8352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21" name="Google Shape;921;p35"/>
          <p:cNvSpPr/>
          <p:nvPr/>
        </p:nvSpPr>
        <p:spPr>
          <a:xfrm>
            <a:off x="32736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22" name="Google Shape;922;p35"/>
          <p:cNvSpPr/>
          <p:nvPr/>
        </p:nvSpPr>
        <p:spPr>
          <a:xfrm>
            <a:off x="57120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23" name="Google Shape;923;p35"/>
          <p:cNvSpPr/>
          <p:nvPr/>
        </p:nvSpPr>
        <p:spPr>
          <a:xfrm>
            <a:off x="81504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cxnSp>
        <p:nvCxnSpPr>
          <p:cNvPr id="924" name="Google Shape;924;p35"/>
          <p:cNvCxnSpPr/>
          <p:nvPr/>
        </p:nvCxnSpPr>
        <p:spPr>
          <a:xfrm>
            <a:off x="0" y="457191"/>
            <a:ext cx="9140400" cy="0"/>
          </a:xfrm>
          <a:prstGeom prst="straightConnector1">
            <a:avLst/>
          </a:prstGeom>
          <a:noFill/>
          <a:ln cap="flat" cmpd="sng" w="9525">
            <a:solidFill>
              <a:schemeClr val="accent4"/>
            </a:solidFill>
            <a:prstDash val="solid"/>
            <a:round/>
            <a:headEnd len="sm" w="sm" type="none"/>
            <a:tailEnd len="sm" w="sm" type="none"/>
          </a:ln>
        </p:spPr>
      </p:cxnSp>
      <p:cxnSp>
        <p:nvCxnSpPr>
          <p:cNvPr id="925" name="Google Shape;925;p35"/>
          <p:cNvCxnSpPr/>
          <p:nvPr/>
        </p:nvCxnSpPr>
        <p:spPr>
          <a:xfrm>
            <a:off x="0" y="524791"/>
            <a:ext cx="9140400" cy="0"/>
          </a:xfrm>
          <a:prstGeom prst="straightConnector1">
            <a:avLst/>
          </a:prstGeom>
          <a:noFill/>
          <a:ln cap="flat" cmpd="sng" w="9525">
            <a:solidFill>
              <a:schemeClr val="accent4"/>
            </a:solidFill>
            <a:prstDash val="solid"/>
            <a:round/>
            <a:headEnd len="sm" w="sm" type="none"/>
            <a:tailEnd len="sm" w="sm" type="none"/>
          </a:ln>
        </p:spPr>
      </p:cxnSp>
      <p:sp>
        <p:nvSpPr>
          <p:cNvPr id="926" name="Google Shape;926;p35"/>
          <p:cNvSpPr txBox="1"/>
          <p:nvPr>
            <p:ph type="title"/>
          </p:nvPr>
        </p:nvSpPr>
        <p:spPr>
          <a:xfrm>
            <a:off x="2563250" y="1900525"/>
            <a:ext cx="1767000" cy="1174200"/>
          </a:xfrm>
          <a:prstGeom prst="rect">
            <a:avLst/>
          </a:prstGeom>
        </p:spPr>
        <p:txBody>
          <a:bodyPr anchorCtr="0" anchor="ctr" bIns="91425" lIns="91425" spcFirstLastPara="1" rIns="91425" wrap="square" tIns="91425">
            <a:noAutofit/>
          </a:bodyPr>
          <a:lstStyle>
            <a:lvl1pPr lvl="0">
              <a:lnSpc>
                <a:spcPct val="115000"/>
              </a:lnSpc>
              <a:spcBef>
                <a:spcPts val="0"/>
              </a:spcBef>
              <a:spcAft>
                <a:spcPts val="0"/>
              </a:spcAft>
              <a:buClr>
                <a:schemeClr val="dk1"/>
              </a:buClr>
              <a:buSzPts val="900"/>
              <a:buFont typeface="Arial"/>
              <a:buNone/>
              <a:defRPr sz="1000">
                <a:solidFill>
                  <a:schemeClr val="dk1"/>
                </a:solidFill>
                <a:latin typeface="Manrope SemiBold"/>
                <a:ea typeface="Manrope SemiBold"/>
                <a:cs typeface="Manrope SemiBold"/>
                <a:sym typeface="Manrope SemiBold"/>
              </a:defRPr>
            </a:lvl1pPr>
            <a:lvl2pPr lvl="1">
              <a:spcBef>
                <a:spcPts val="100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27" name="Google Shape;927;p35"/>
          <p:cNvSpPr txBox="1"/>
          <p:nvPr>
            <p:ph idx="2" type="title"/>
          </p:nvPr>
        </p:nvSpPr>
        <p:spPr>
          <a:xfrm rot="-261567">
            <a:off x="710939" y="1685986"/>
            <a:ext cx="1847044" cy="1173986"/>
          </a:xfrm>
          <a:prstGeom prst="rect">
            <a:avLst/>
          </a:prstGeom>
        </p:spPr>
        <p:txBody>
          <a:bodyPr anchorCtr="0" anchor="ctr" bIns="91425" lIns="274300" spcFirstLastPara="1" rIns="91425" wrap="square" tIns="91425">
            <a:spAutoFit/>
          </a:bodyPr>
          <a:lstStyle>
            <a:lvl1pPr lvl="0">
              <a:lnSpc>
                <a:spcPct val="115000"/>
              </a:lnSpc>
              <a:spcBef>
                <a:spcPts val="0"/>
              </a:spcBef>
              <a:spcAft>
                <a:spcPts val="0"/>
              </a:spcAft>
              <a:buClr>
                <a:schemeClr val="dk1"/>
              </a:buClr>
              <a:buSzPts val="1000"/>
              <a:buNone/>
              <a:defRPr sz="1000">
                <a:solidFill>
                  <a:schemeClr val="dk1"/>
                </a:solidFill>
                <a:latin typeface="Manrope SemiBold"/>
                <a:ea typeface="Manrope SemiBold"/>
                <a:cs typeface="Manrope SemiBold"/>
                <a:sym typeface="Manrope SemiBold"/>
              </a:defRPr>
            </a:lvl1pPr>
            <a:lvl2pPr lvl="1">
              <a:spcBef>
                <a:spcPts val="100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28" name="Google Shape;928;p35"/>
          <p:cNvSpPr txBox="1"/>
          <p:nvPr>
            <p:ph idx="3" type="title"/>
          </p:nvPr>
        </p:nvSpPr>
        <p:spPr>
          <a:xfrm rot="520">
            <a:off x="4330173" y="1683025"/>
            <a:ext cx="1981500" cy="1310700"/>
          </a:xfrm>
          <a:prstGeom prst="rect">
            <a:avLst/>
          </a:prstGeom>
        </p:spPr>
        <p:txBody>
          <a:bodyPr anchorCtr="0" anchor="ctr" bIns="91425" lIns="274300" spcFirstLastPara="1" rIns="91425" wrap="square" tIns="91425">
            <a:noAutofit/>
          </a:bodyPr>
          <a:lstStyle>
            <a:lvl1pPr lvl="0">
              <a:lnSpc>
                <a:spcPct val="115000"/>
              </a:lnSpc>
              <a:spcBef>
                <a:spcPts val="0"/>
              </a:spcBef>
              <a:spcAft>
                <a:spcPts val="0"/>
              </a:spcAft>
              <a:buClr>
                <a:schemeClr val="dk1"/>
              </a:buClr>
              <a:buSzPts val="1000"/>
              <a:buNone/>
              <a:defRPr sz="1000">
                <a:solidFill>
                  <a:schemeClr val="dk1"/>
                </a:solidFill>
                <a:latin typeface="Manrope SemiBold"/>
                <a:ea typeface="Manrope SemiBold"/>
                <a:cs typeface="Manrope SemiBold"/>
                <a:sym typeface="Manrope SemiBold"/>
              </a:defRPr>
            </a:lvl1pPr>
            <a:lvl2pPr lvl="1">
              <a:spcBef>
                <a:spcPts val="100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29" name="Google Shape;929;p35"/>
          <p:cNvSpPr txBox="1"/>
          <p:nvPr>
            <p:ph idx="4" type="title"/>
          </p:nvPr>
        </p:nvSpPr>
        <p:spPr>
          <a:xfrm rot="158281">
            <a:off x="6392594" y="1886282"/>
            <a:ext cx="1981500" cy="1310588"/>
          </a:xfrm>
          <a:prstGeom prst="rect">
            <a:avLst/>
          </a:prstGeom>
        </p:spPr>
        <p:txBody>
          <a:bodyPr anchorCtr="0" anchor="ctr" bIns="91425" lIns="274300" spcFirstLastPara="1" rIns="91425" wrap="square" tIns="91425">
            <a:noAutofit/>
          </a:bodyPr>
          <a:lstStyle>
            <a:lvl1pPr lvl="0">
              <a:lnSpc>
                <a:spcPct val="115000"/>
              </a:lnSpc>
              <a:spcBef>
                <a:spcPts val="0"/>
              </a:spcBef>
              <a:spcAft>
                <a:spcPts val="0"/>
              </a:spcAft>
              <a:buClr>
                <a:schemeClr val="dk1"/>
              </a:buClr>
              <a:buSzPts val="1000"/>
              <a:buNone/>
              <a:defRPr sz="1000">
                <a:solidFill>
                  <a:schemeClr val="dk1"/>
                </a:solidFill>
                <a:latin typeface="Manrope SemiBold"/>
                <a:ea typeface="Manrope SemiBold"/>
                <a:cs typeface="Manrope SemiBold"/>
                <a:sym typeface="Manrope SemiBold"/>
              </a:defRPr>
            </a:lvl1pPr>
            <a:lvl2pPr lvl="1">
              <a:spcBef>
                <a:spcPts val="100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30" name="Google Shape;930;p35"/>
          <p:cNvSpPr txBox="1"/>
          <p:nvPr>
            <p:ph idx="5" type="title"/>
          </p:nvPr>
        </p:nvSpPr>
        <p:spPr>
          <a:xfrm rot="-204021">
            <a:off x="3560217" y="3689616"/>
            <a:ext cx="1608432" cy="681005"/>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200"/>
              <a:buFont typeface="Manrope"/>
              <a:buNone/>
              <a:defRPr sz="1200">
                <a:solidFill>
                  <a:schemeClr val="dk1"/>
                </a:solidFill>
                <a:latin typeface="Manrope"/>
                <a:ea typeface="Manrope"/>
                <a:cs typeface="Manrope"/>
                <a:sym typeface="Manrope"/>
              </a:defRPr>
            </a:lvl1pPr>
            <a:lvl2pPr lvl="1"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2pPr>
            <a:lvl3pPr lvl="2"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3pPr>
            <a:lvl4pPr lvl="3"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4pPr>
            <a:lvl5pPr lvl="4"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5pPr>
            <a:lvl6pPr lvl="5"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6pPr>
            <a:lvl7pPr lvl="6"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7pPr>
            <a:lvl8pPr lvl="7"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8pPr>
            <a:lvl9pPr lvl="8"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Subtitle - Alt 1">
  <p:cSld name="CUSTOM_1_1_3_1_3">
    <p:spTree>
      <p:nvGrpSpPr>
        <p:cNvPr id="931" name="Shape 931"/>
        <p:cNvGrpSpPr/>
        <p:nvPr/>
      </p:nvGrpSpPr>
      <p:grpSpPr>
        <a:xfrm>
          <a:off x="0" y="0"/>
          <a:ext cx="0" cy="0"/>
          <a:chOff x="0" y="0"/>
          <a:chExt cx="0" cy="0"/>
        </a:xfrm>
      </p:grpSpPr>
      <p:grpSp>
        <p:nvGrpSpPr>
          <p:cNvPr id="932" name="Google Shape;932;p36"/>
          <p:cNvGrpSpPr/>
          <p:nvPr/>
        </p:nvGrpSpPr>
        <p:grpSpPr>
          <a:xfrm>
            <a:off x="392964" y="576950"/>
            <a:ext cx="8764835" cy="4114800"/>
            <a:chOff x="374175" y="576950"/>
            <a:chExt cx="8783280" cy="4114800"/>
          </a:xfrm>
        </p:grpSpPr>
        <p:cxnSp>
          <p:nvCxnSpPr>
            <p:cNvPr id="933" name="Google Shape;933;p36"/>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934" name="Google Shape;934;p36"/>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935" name="Google Shape;935;p36"/>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936" name="Google Shape;936;p36"/>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937" name="Google Shape;937;p36"/>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938" name="Google Shape;938;p36"/>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939" name="Google Shape;939;p36"/>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940" name="Google Shape;940;p36"/>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941" name="Google Shape;941;p36"/>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cxnSp>
        <p:nvCxnSpPr>
          <p:cNvPr id="942" name="Google Shape;942;p36"/>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943" name="Google Shape;943;p36"/>
          <p:cNvGrpSpPr/>
          <p:nvPr/>
        </p:nvGrpSpPr>
        <p:grpSpPr>
          <a:xfrm>
            <a:off x="114421" y="175123"/>
            <a:ext cx="134104" cy="4750255"/>
            <a:chOff x="114421" y="175123"/>
            <a:chExt cx="134104" cy="4750255"/>
          </a:xfrm>
        </p:grpSpPr>
        <p:grpSp>
          <p:nvGrpSpPr>
            <p:cNvPr id="944" name="Google Shape;944;p36"/>
            <p:cNvGrpSpPr/>
            <p:nvPr/>
          </p:nvGrpSpPr>
          <p:grpSpPr>
            <a:xfrm>
              <a:off x="114421" y="175123"/>
              <a:ext cx="134104" cy="4334807"/>
              <a:chOff x="5432271" y="383100"/>
              <a:chExt cx="137854" cy="4456010"/>
            </a:xfrm>
          </p:grpSpPr>
          <p:grpSp>
            <p:nvGrpSpPr>
              <p:cNvPr id="945" name="Google Shape;945;p36"/>
              <p:cNvGrpSpPr/>
              <p:nvPr/>
            </p:nvGrpSpPr>
            <p:grpSpPr>
              <a:xfrm>
                <a:off x="5432271" y="383100"/>
                <a:ext cx="137854" cy="981668"/>
                <a:chOff x="5432271" y="383100"/>
                <a:chExt cx="137854" cy="981668"/>
              </a:xfrm>
            </p:grpSpPr>
            <p:sp>
              <p:nvSpPr>
                <p:cNvPr id="946" name="Google Shape;946;p36"/>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47" name="Google Shape;947;p36"/>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48" name="Google Shape;948;p36"/>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949" name="Google Shape;949;p36"/>
              <p:cNvGrpSpPr/>
              <p:nvPr/>
            </p:nvGrpSpPr>
            <p:grpSpPr>
              <a:xfrm>
                <a:off x="5432271" y="1678500"/>
                <a:ext cx="137854" cy="981668"/>
                <a:chOff x="5432271" y="383100"/>
                <a:chExt cx="137854" cy="981668"/>
              </a:xfrm>
            </p:grpSpPr>
            <p:sp>
              <p:nvSpPr>
                <p:cNvPr id="950" name="Google Shape;950;p36"/>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51" name="Google Shape;951;p36"/>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52" name="Google Shape;952;p36"/>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953" name="Google Shape;953;p36"/>
              <p:cNvGrpSpPr/>
              <p:nvPr/>
            </p:nvGrpSpPr>
            <p:grpSpPr>
              <a:xfrm>
                <a:off x="5432271" y="2973900"/>
                <a:ext cx="137854" cy="981668"/>
                <a:chOff x="5432271" y="383100"/>
                <a:chExt cx="137854" cy="981668"/>
              </a:xfrm>
            </p:grpSpPr>
            <p:sp>
              <p:nvSpPr>
                <p:cNvPr id="954" name="Google Shape;954;p36"/>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55" name="Google Shape;955;p36"/>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56" name="Google Shape;956;p36"/>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957" name="Google Shape;957;p36"/>
              <p:cNvGrpSpPr/>
              <p:nvPr/>
            </p:nvGrpSpPr>
            <p:grpSpPr>
              <a:xfrm>
                <a:off x="5432271" y="4269300"/>
                <a:ext cx="137854" cy="569810"/>
                <a:chOff x="5432271" y="383100"/>
                <a:chExt cx="137854" cy="569810"/>
              </a:xfrm>
            </p:grpSpPr>
            <p:sp>
              <p:nvSpPr>
                <p:cNvPr id="958" name="Google Shape;958;p36"/>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959" name="Google Shape;959;p36"/>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960" name="Google Shape;960;p36"/>
            <p:cNvSpPr/>
            <p:nvPr/>
          </p:nvSpPr>
          <p:spPr>
            <a:xfrm>
              <a:off x="115150" y="4798178"/>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961" name="Google Shape;961;p36"/>
          <p:cNvSpPr txBox="1"/>
          <p:nvPr>
            <p:ph idx="1" type="subTitle"/>
          </p:nvPr>
        </p:nvSpPr>
        <p:spPr>
          <a:xfrm>
            <a:off x="3063300" y="413950"/>
            <a:ext cx="2445000" cy="911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800"/>
              <a:buFont typeface="Arial"/>
              <a:buNone/>
              <a:defRPr sz="1000">
                <a:latin typeface="Manrope Medium"/>
                <a:ea typeface="Manrope Medium"/>
                <a:cs typeface="Manrope Medium"/>
                <a:sym typeface="Manrope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2" name="Google Shape;962;p36"/>
          <p:cNvSpPr txBox="1"/>
          <p:nvPr>
            <p:ph type="title"/>
          </p:nvPr>
        </p:nvSpPr>
        <p:spPr>
          <a:xfrm>
            <a:off x="513300" y="419950"/>
            <a:ext cx="2641500" cy="10158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3" name="Google Shape;963;p36"/>
          <p:cNvSpPr txBox="1"/>
          <p:nvPr>
            <p:ph idx="2" type="subTitle"/>
          </p:nvPr>
        </p:nvSpPr>
        <p:spPr>
          <a:xfrm>
            <a:off x="1541800" y="1729550"/>
            <a:ext cx="786300" cy="3657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964" name="Google Shape;964;p36"/>
          <p:cNvSpPr txBox="1"/>
          <p:nvPr>
            <p:ph idx="3" type="subTitle"/>
          </p:nvPr>
        </p:nvSpPr>
        <p:spPr>
          <a:xfrm>
            <a:off x="3423025" y="1729550"/>
            <a:ext cx="786300" cy="3657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965" name="Google Shape;965;p36"/>
          <p:cNvSpPr txBox="1"/>
          <p:nvPr>
            <p:ph idx="4" type="subTitle"/>
          </p:nvPr>
        </p:nvSpPr>
        <p:spPr>
          <a:xfrm>
            <a:off x="5307725" y="1729550"/>
            <a:ext cx="786300" cy="3657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966" name="Google Shape;966;p36"/>
          <p:cNvSpPr txBox="1"/>
          <p:nvPr>
            <p:ph idx="5" type="subTitle"/>
          </p:nvPr>
        </p:nvSpPr>
        <p:spPr>
          <a:xfrm>
            <a:off x="7170900" y="1729575"/>
            <a:ext cx="786300" cy="3657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967" name="Google Shape;967;p36"/>
          <p:cNvSpPr txBox="1"/>
          <p:nvPr>
            <p:ph idx="6" type="body"/>
          </p:nvPr>
        </p:nvSpPr>
        <p:spPr>
          <a:xfrm>
            <a:off x="1304475" y="3171988"/>
            <a:ext cx="1371600" cy="694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gn="ctr">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gn="ctr">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gn="ctr">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gn="ctr">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gn="ctr">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gn="ctr">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gn="ctr">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gn="ctr">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968" name="Google Shape;968;p36"/>
          <p:cNvSpPr txBox="1"/>
          <p:nvPr>
            <p:ph idx="7" type="body"/>
          </p:nvPr>
        </p:nvSpPr>
        <p:spPr>
          <a:xfrm>
            <a:off x="3130375" y="3171988"/>
            <a:ext cx="1371600" cy="694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gn="ctr">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gn="ctr">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gn="ctr">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gn="ctr">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gn="ctr">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gn="ctr">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gn="ctr">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gn="ctr">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969" name="Google Shape;969;p36"/>
          <p:cNvSpPr txBox="1"/>
          <p:nvPr>
            <p:ph idx="8" type="body"/>
          </p:nvPr>
        </p:nvSpPr>
        <p:spPr>
          <a:xfrm>
            <a:off x="4980275" y="3171988"/>
            <a:ext cx="1371600" cy="694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gn="ctr">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gn="ctr">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gn="ctr">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gn="ctr">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gn="ctr">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gn="ctr">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gn="ctr">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gn="ctr">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970" name="Google Shape;970;p36"/>
          <p:cNvSpPr txBox="1"/>
          <p:nvPr>
            <p:ph idx="9" type="body"/>
          </p:nvPr>
        </p:nvSpPr>
        <p:spPr>
          <a:xfrm>
            <a:off x="6878250" y="3171988"/>
            <a:ext cx="1371600" cy="694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gn="ctr">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gn="ctr">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gn="ctr">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gn="ctr">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gn="ctr">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gn="ctr">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gn="ctr">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gn="ctr">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971" name="Shape 971"/>
        <p:cNvGrpSpPr/>
        <p:nvPr/>
      </p:nvGrpSpPr>
      <p:grpSpPr>
        <a:xfrm>
          <a:off x="0" y="0"/>
          <a:ext cx="0" cy="0"/>
          <a:chOff x="0" y="0"/>
          <a:chExt cx="0" cy="0"/>
        </a:xfrm>
      </p:grpSpPr>
      <p:sp>
        <p:nvSpPr>
          <p:cNvPr id="972" name="Google Shape;972;p37"/>
          <p:cNvSpPr txBox="1"/>
          <p:nvPr>
            <p:ph type="ctrTitle"/>
          </p:nvPr>
        </p:nvSpPr>
        <p:spPr>
          <a:xfrm>
            <a:off x="311708" y="744575"/>
            <a:ext cx="8520600" cy="2052600"/>
          </a:xfrm>
          <a:prstGeom prst="rect">
            <a:avLst/>
          </a:prstGeom>
        </p:spPr>
        <p:txBody>
          <a:bodyPr anchorCtr="0" anchor="b" bIns="91425" lIns="91425" spcFirstLastPara="1" rIns="91425" wrap="square" tIns="91425">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973" name="Google Shape;973;p37"/>
          <p:cNvSpPr txBox="1"/>
          <p:nvPr>
            <p:ph idx="1" type="subTitle"/>
          </p:nvPr>
        </p:nvSpPr>
        <p:spPr>
          <a:xfrm>
            <a:off x="311700" y="2834125"/>
            <a:ext cx="8520600" cy="7926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800"/>
              <a:buNone/>
              <a:defRPr sz="2800"/>
            </a:lvl1pPr>
            <a:lvl2pPr lvl="1" algn="ctr">
              <a:lnSpc>
                <a:spcPct val="100000"/>
              </a:lnSpc>
              <a:spcBef>
                <a:spcPts val="800"/>
              </a:spcBef>
              <a:spcAft>
                <a:spcPts val="0"/>
              </a:spcAft>
              <a:buSzPts val="2800"/>
              <a:buNone/>
              <a:defRPr sz="2800"/>
            </a:lvl2pPr>
            <a:lvl3pPr lvl="2" algn="ctr">
              <a:lnSpc>
                <a:spcPct val="100000"/>
              </a:lnSpc>
              <a:spcBef>
                <a:spcPts val="800"/>
              </a:spcBef>
              <a:spcAft>
                <a:spcPts val="0"/>
              </a:spcAft>
              <a:buSzPts val="2800"/>
              <a:buNone/>
              <a:defRPr sz="2800"/>
            </a:lvl3pPr>
            <a:lvl4pPr lvl="3" algn="ctr">
              <a:lnSpc>
                <a:spcPct val="100000"/>
              </a:lnSpc>
              <a:spcBef>
                <a:spcPts val="800"/>
              </a:spcBef>
              <a:spcAft>
                <a:spcPts val="0"/>
              </a:spcAft>
              <a:buSzPts val="2800"/>
              <a:buNone/>
              <a:defRPr sz="2800"/>
            </a:lvl4pPr>
            <a:lvl5pPr lvl="4" algn="ctr">
              <a:lnSpc>
                <a:spcPct val="100000"/>
              </a:lnSpc>
              <a:spcBef>
                <a:spcPts val="800"/>
              </a:spcBef>
              <a:spcAft>
                <a:spcPts val="0"/>
              </a:spcAft>
              <a:buSzPts val="2800"/>
              <a:buNone/>
              <a:defRPr sz="2800"/>
            </a:lvl5pPr>
            <a:lvl6pPr lvl="5" algn="ctr">
              <a:lnSpc>
                <a:spcPct val="100000"/>
              </a:lnSpc>
              <a:spcBef>
                <a:spcPts val="800"/>
              </a:spcBef>
              <a:spcAft>
                <a:spcPts val="0"/>
              </a:spcAft>
              <a:buSzPts val="2800"/>
              <a:buNone/>
              <a:defRPr sz="2800"/>
            </a:lvl6pPr>
            <a:lvl7pPr lvl="6" algn="ctr">
              <a:lnSpc>
                <a:spcPct val="100000"/>
              </a:lnSpc>
              <a:spcBef>
                <a:spcPts val="800"/>
              </a:spcBef>
              <a:spcAft>
                <a:spcPts val="0"/>
              </a:spcAft>
              <a:buSzPts val="2800"/>
              <a:buNone/>
              <a:defRPr sz="2800"/>
            </a:lvl7pPr>
            <a:lvl8pPr lvl="7" algn="ctr">
              <a:lnSpc>
                <a:spcPct val="100000"/>
              </a:lnSpc>
              <a:spcBef>
                <a:spcPts val="800"/>
              </a:spcBef>
              <a:spcAft>
                <a:spcPts val="0"/>
              </a:spcAft>
              <a:buSzPts val="2800"/>
              <a:buNone/>
              <a:defRPr sz="2800"/>
            </a:lvl8pPr>
            <a:lvl9pPr lvl="8" algn="ctr">
              <a:lnSpc>
                <a:spcPct val="100000"/>
              </a:lnSpc>
              <a:spcBef>
                <a:spcPts val="800"/>
              </a:spcBef>
              <a:spcAft>
                <a:spcPts val="0"/>
              </a:spcAft>
              <a:buSzPts val="2800"/>
              <a:buNone/>
              <a:defRPr sz="28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974" name="Shape 974"/>
        <p:cNvGrpSpPr/>
        <p:nvPr/>
      </p:nvGrpSpPr>
      <p:grpSpPr>
        <a:xfrm>
          <a:off x="0" y="0"/>
          <a:ext cx="0" cy="0"/>
          <a:chOff x="0" y="0"/>
          <a:chExt cx="0" cy="0"/>
        </a:xfrm>
      </p:grpSpPr>
      <p:sp>
        <p:nvSpPr>
          <p:cNvPr id="975" name="Google Shape;975;p38"/>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976" name="Shape 976"/>
        <p:cNvGrpSpPr/>
        <p:nvPr/>
      </p:nvGrpSpPr>
      <p:grpSpPr>
        <a:xfrm>
          <a:off x="0" y="0"/>
          <a:ext cx="0" cy="0"/>
          <a:chOff x="0" y="0"/>
          <a:chExt cx="0" cy="0"/>
        </a:xfrm>
      </p:grpSpPr>
      <p:sp>
        <p:nvSpPr>
          <p:cNvPr id="977" name="Google Shape;977;p39"/>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78" name="Google Shape;978;p39"/>
          <p:cNvSpPr txBox="1"/>
          <p:nvPr>
            <p:ph idx="1" type="body"/>
          </p:nvPr>
        </p:nvSpPr>
        <p:spPr>
          <a:xfrm>
            <a:off x="311700" y="1152475"/>
            <a:ext cx="85206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979" name="Shape 979"/>
        <p:cNvGrpSpPr/>
        <p:nvPr/>
      </p:nvGrpSpPr>
      <p:grpSpPr>
        <a:xfrm>
          <a:off x="0" y="0"/>
          <a:ext cx="0" cy="0"/>
          <a:chOff x="0" y="0"/>
          <a:chExt cx="0" cy="0"/>
        </a:xfrm>
      </p:grpSpPr>
      <p:sp>
        <p:nvSpPr>
          <p:cNvPr id="980" name="Google Shape;980;p40"/>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81" name="Google Shape;981;p40"/>
          <p:cNvSpPr txBox="1"/>
          <p:nvPr>
            <p:ph idx="1" type="body"/>
          </p:nvPr>
        </p:nvSpPr>
        <p:spPr>
          <a:xfrm>
            <a:off x="3117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82" name="Google Shape;982;p40"/>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983" name="Shape 983"/>
        <p:cNvGrpSpPr/>
        <p:nvPr/>
      </p:nvGrpSpPr>
      <p:grpSpPr>
        <a:xfrm>
          <a:off x="0" y="0"/>
          <a:ext cx="0" cy="0"/>
          <a:chOff x="0" y="0"/>
          <a:chExt cx="0" cy="0"/>
        </a:xfrm>
      </p:grpSpPr>
      <p:sp>
        <p:nvSpPr>
          <p:cNvPr id="984" name="Google Shape;984;p41"/>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985" name="Shape 985"/>
        <p:cNvGrpSpPr/>
        <p:nvPr/>
      </p:nvGrpSpPr>
      <p:grpSpPr>
        <a:xfrm>
          <a:off x="0" y="0"/>
          <a:ext cx="0" cy="0"/>
          <a:chOff x="0" y="0"/>
          <a:chExt cx="0" cy="0"/>
        </a:xfrm>
      </p:grpSpPr>
      <p:sp>
        <p:nvSpPr>
          <p:cNvPr id="986" name="Google Shape;986;p42"/>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87" name="Google Shape;987;p42"/>
          <p:cNvSpPr txBox="1"/>
          <p:nvPr>
            <p:ph idx="1" type="body"/>
          </p:nvPr>
        </p:nvSpPr>
        <p:spPr>
          <a:xfrm>
            <a:off x="311700" y="1389600"/>
            <a:ext cx="2808000" cy="3179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988" name="Shape 988"/>
        <p:cNvGrpSpPr/>
        <p:nvPr/>
      </p:nvGrpSpPr>
      <p:grpSpPr>
        <a:xfrm>
          <a:off x="0" y="0"/>
          <a:ext cx="0" cy="0"/>
          <a:chOff x="0" y="0"/>
          <a:chExt cx="0" cy="0"/>
        </a:xfrm>
      </p:grpSpPr>
      <p:sp>
        <p:nvSpPr>
          <p:cNvPr id="989" name="Google Shape;989;p43"/>
          <p:cNvSpPr txBox="1"/>
          <p:nvPr>
            <p:ph type="title"/>
          </p:nvPr>
        </p:nvSpPr>
        <p:spPr>
          <a:xfrm>
            <a:off x="490250" y="450150"/>
            <a:ext cx="6367800" cy="4090800"/>
          </a:xfrm>
          <a:prstGeom prst="rect">
            <a:avLst/>
          </a:prstGeom>
        </p:spPr>
        <p:txBody>
          <a:bodyPr anchorCtr="0" anchor="ctr" bIns="91425" lIns="91425" spcFirstLastPara="1" rIns="91425" wrap="square" tIns="91425">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990" name="Shape 990"/>
        <p:cNvGrpSpPr/>
        <p:nvPr/>
      </p:nvGrpSpPr>
      <p:grpSpPr>
        <a:xfrm>
          <a:off x="0" y="0"/>
          <a:ext cx="0" cy="0"/>
          <a:chOff x="0" y="0"/>
          <a:chExt cx="0" cy="0"/>
        </a:xfrm>
      </p:grpSpPr>
      <p:sp>
        <p:nvSpPr>
          <p:cNvPr id="991" name="Google Shape;991;p44"/>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992" name="Google Shape;992;p44"/>
          <p:cNvSpPr txBox="1"/>
          <p:nvPr>
            <p:ph idx="1" type="subTitle"/>
          </p:nvPr>
        </p:nvSpPr>
        <p:spPr>
          <a:xfrm>
            <a:off x="265500" y="2803075"/>
            <a:ext cx="4045200" cy="12351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100"/>
              <a:buNone/>
              <a:defRPr sz="2100"/>
            </a:lvl1pPr>
            <a:lvl2pPr lvl="1" algn="ctr">
              <a:lnSpc>
                <a:spcPct val="100000"/>
              </a:lnSpc>
              <a:spcBef>
                <a:spcPts val="800"/>
              </a:spcBef>
              <a:spcAft>
                <a:spcPts val="0"/>
              </a:spcAft>
              <a:buSzPts val="2100"/>
              <a:buNone/>
              <a:defRPr sz="2100"/>
            </a:lvl2pPr>
            <a:lvl3pPr lvl="2" algn="ctr">
              <a:lnSpc>
                <a:spcPct val="100000"/>
              </a:lnSpc>
              <a:spcBef>
                <a:spcPts val="800"/>
              </a:spcBef>
              <a:spcAft>
                <a:spcPts val="0"/>
              </a:spcAft>
              <a:buSzPts val="2100"/>
              <a:buNone/>
              <a:defRPr sz="2100"/>
            </a:lvl3pPr>
            <a:lvl4pPr lvl="3" algn="ctr">
              <a:lnSpc>
                <a:spcPct val="100000"/>
              </a:lnSpc>
              <a:spcBef>
                <a:spcPts val="800"/>
              </a:spcBef>
              <a:spcAft>
                <a:spcPts val="0"/>
              </a:spcAft>
              <a:buSzPts val="2100"/>
              <a:buNone/>
              <a:defRPr sz="2100"/>
            </a:lvl4pPr>
            <a:lvl5pPr lvl="4" algn="ctr">
              <a:lnSpc>
                <a:spcPct val="100000"/>
              </a:lnSpc>
              <a:spcBef>
                <a:spcPts val="800"/>
              </a:spcBef>
              <a:spcAft>
                <a:spcPts val="0"/>
              </a:spcAft>
              <a:buSzPts val="2100"/>
              <a:buNone/>
              <a:defRPr sz="2100"/>
            </a:lvl5pPr>
            <a:lvl6pPr lvl="5" algn="ctr">
              <a:lnSpc>
                <a:spcPct val="100000"/>
              </a:lnSpc>
              <a:spcBef>
                <a:spcPts val="800"/>
              </a:spcBef>
              <a:spcAft>
                <a:spcPts val="0"/>
              </a:spcAft>
              <a:buSzPts val="2100"/>
              <a:buNone/>
              <a:defRPr sz="2100"/>
            </a:lvl6pPr>
            <a:lvl7pPr lvl="6" algn="ctr">
              <a:lnSpc>
                <a:spcPct val="100000"/>
              </a:lnSpc>
              <a:spcBef>
                <a:spcPts val="800"/>
              </a:spcBef>
              <a:spcAft>
                <a:spcPts val="0"/>
              </a:spcAft>
              <a:buSzPts val="2100"/>
              <a:buNone/>
              <a:defRPr sz="2100"/>
            </a:lvl7pPr>
            <a:lvl8pPr lvl="7" algn="ctr">
              <a:lnSpc>
                <a:spcPct val="100000"/>
              </a:lnSpc>
              <a:spcBef>
                <a:spcPts val="800"/>
              </a:spcBef>
              <a:spcAft>
                <a:spcPts val="0"/>
              </a:spcAft>
              <a:buSzPts val="2100"/>
              <a:buNone/>
              <a:defRPr sz="2100"/>
            </a:lvl8pPr>
            <a:lvl9pPr lvl="8" algn="ctr">
              <a:lnSpc>
                <a:spcPct val="100000"/>
              </a:lnSpc>
              <a:spcBef>
                <a:spcPts val="800"/>
              </a:spcBef>
              <a:spcAft>
                <a:spcPts val="0"/>
              </a:spcAft>
              <a:buSzPts val="2100"/>
              <a:buNone/>
              <a:defRPr sz="2100"/>
            </a:lvl9pPr>
          </a:lstStyle>
          <a:p/>
        </p:txBody>
      </p:sp>
      <p:sp>
        <p:nvSpPr>
          <p:cNvPr id="993" name="Google Shape;993;p44"/>
          <p:cNvSpPr txBox="1"/>
          <p:nvPr>
            <p:ph idx="2" type="body"/>
          </p:nvPr>
        </p:nvSpPr>
        <p:spPr>
          <a:xfrm>
            <a:off x="4939500" y="724075"/>
            <a:ext cx="3837000" cy="3695100"/>
          </a:xfrm>
          <a:prstGeom prst="rect">
            <a:avLst/>
          </a:prstGeom>
        </p:spPr>
        <p:txBody>
          <a:bodyPr anchorCtr="0" anchor="ctr"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994" name="Shape 994"/>
        <p:cNvGrpSpPr/>
        <p:nvPr/>
      </p:nvGrpSpPr>
      <p:grpSpPr>
        <a:xfrm>
          <a:off x="0" y="0"/>
          <a:ext cx="0" cy="0"/>
          <a:chOff x="0" y="0"/>
          <a:chExt cx="0" cy="0"/>
        </a:xfrm>
      </p:grpSpPr>
      <p:sp>
        <p:nvSpPr>
          <p:cNvPr id="995" name="Google Shape;995;p45"/>
          <p:cNvSpPr txBox="1"/>
          <p:nvPr>
            <p:ph idx="1" type="body"/>
          </p:nvPr>
        </p:nvSpPr>
        <p:spPr>
          <a:xfrm>
            <a:off x="311700" y="4230575"/>
            <a:ext cx="5998800" cy="605100"/>
          </a:xfrm>
          <a:prstGeom prst="rect">
            <a:avLst/>
          </a:prstGeom>
        </p:spPr>
        <p:txBody>
          <a:bodyPr anchorCtr="0" anchor="ctr" bIns="91425" lIns="91425" spcFirstLastPara="1" rIns="91425" wrap="square" tIns="91425">
            <a:spAutoFit/>
          </a:bodyPr>
          <a:lstStyle>
            <a:lvl1pPr indent="-228600" lvl="0" marL="457200">
              <a:lnSpc>
                <a:spcPct val="100000"/>
              </a:lnSpc>
              <a:spcBef>
                <a:spcPts val="0"/>
              </a:spcBef>
              <a:spcAft>
                <a:spcPts val="0"/>
              </a:spcAft>
              <a:buSzPts val="1200"/>
              <a:buNone/>
              <a:defRPr/>
            </a:lvl1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996" name="Shape 996"/>
        <p:cNvGrpSpPr/>
        <p:nvPr/>
      </p:nvGrpSpPr>
      <p:grpSpPr>
        <a:xfrm>
          <a:off x="0" y="0"/>
          <a:ext cx="0" cy="0"/>
          <a:chOff x="0" y="0"/>
          <a:chExt cx="0" cy="0"/>
        </a:xfrm>
      </p:grpSpPr>
      <p:sp>
        <p:nvSpPr>
          <p:cNvPr id="997" name="Google Shape;997;p4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98" name="Google Shape;998;p46"/>
          <p:cNvSpPr txBox="1"/>
          <p:nvPr>
            <p:ph idx="1" type="body"/>
          </p:nvPr>
        </p:nvSpPr>
        <p:spPr>
          <a:xfrm>
            <a:off x="311700" y="3152225"/>
            <a:ext cx="8520600" cy="1300800"/>
          </a:xfrm>
          <a:prstGeom prst="rect">
            <a:avLst/>
          </a:prstGeom>
        </p:spPr>
        <p:txBody>
          <a:bodyPr anchorCtr="0" anchor="t" bIns="91425" lIns="91425" spcFirstLastPara="1" rIns="91425" wrap="square" tIns="91425">
            <a:spAutoFit/>
          </a:bodyPr>
          <a:lstStyle>
            <a:lvl1pPr indent="-304800" lvl="0" marL="457200" algn="ctr">
              <a:spcBef>
                <a:spcPts val="0"/>
              </a:spcBef>
              <a:spcAft>
                <a:spcPts val="0"/>
              </a:spcAft>
              <a:buSzPts val="1200"/>
              <a:buChar char="●"/>
              <a:defRPr/>
            </a:lvl1pPr>
            <a:lvl2pPr indent="-304800" lvl="1" marL="914400" algn="ctr">
              <a:spcBef>
                <a:spcPts val="800"/>
              </a:spcBef>
              <a:spcAft>
                <a:spcPts val="0"/>
              </a:spcAft>
              <a:buSzPts val="1200"/>
              <a:buChar char="○"/>
              <a:defRPr/>
            </a:lvl2pPr>
            <a:lvl3pPr indent="-304800" lvl="2" marL="1371600" algn="ctr">
              <a:spcBef>
                <a:spcPts val="800"/>
              </a:spcBef>
              <a:spcAft>
                <a:spcPts val="0"/>
              </a:spcAft>
              <a:buSzPts val="1200"/>
              <a:buChar char="■"/>
              <a:defRPr/>
            </a:lvl3pPr>
            <a:lvl4pPr indent="-304800" lvl="3" marL="1828800" algn="ctr">
              <a:spcBef>
                <a:spcPts val="800"/>
              </a:spcBef>
              <a:spcAft>
                <a:spcPts val="0"/>
              </a:spcAft>
              <a:buSzPts val="1200"/>
              <a:buChar char="●"/>
              <a:defRPr/>
            </a:lvl4pPr>
            <a:lvl5pPr indent="-304800" lvl="4" marL="2286000" algn="ctr">
              <a:spcBef>
                <a:spcPts val="800"/>
              </a:spcBef>
              <a:spcAft>
                <a:spcPts val="0"/>
              </a:spcAft>
              <a:buSzPts val="1200"/>
              <a:buChar char="○"/>
              <a:defRPr/>
            </a:lvl5pPr>
            <a:lvl6pPr indent="-304800" lvl="5" marL="2743200" algn="ctr">
              <a:spcBef>
                <a:spcPts val="800"/>
              </a:spcBef>
              <a:spcAft>
                <a:spcPts val="0"/>
              </a:spcAft>
              <a:buSzPts val="1200"/>
              <a:buChar char="■"/>
              <a:defRPr/>
            </a:lvl6pPr>
            <a:lvl7pPr indent="-304800" lvl="6" marL="3200400" algn="ctr">
              <a:spcBef>
                <a:spcPts val="800"/>
              </a:spcBef>
              <a:spcAft>
                <a:spcPts val="0"/>
              </a:spcAft>
              <a:buSzPts val="1200"/>
              <a:buChar char="●"/>
              <a:defRPr/>
            </a:lvl7pPr>
            <a:lvl8pPr indent="-304800" lvl="7" marL="3657600" algn="ctr">
              <a:spcBef>
                <a:spcPts val="800"/>
              </a:spcBef>
              <a:spcAft>
                <a:spcPts val="0"/>
              </a:spcAft>
              <a:buSzPts val="1200"/>
              <a:buChar char="○"/>
              <a:defRPr/>
            </a:lvl8pPr>
            <a:lvl9pPr indent="-304800" lvl="8" marL="4114800" algn="ctr">
              <a:spcBef>
                <a:spcPts val="800"/>
              </a:spcBef>
              <a:spcAft>
                <a:spcPts val="80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999" name="Shape 999"/>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000" name="Shape 1000"/>
        <p:cNvGrpSpPr/>
        <p:nvPr/>
      </p:nvGrpSpPr>
      <p:grpSpPr>
        <a:xfrm>
          <a:off x="0" y="0"/>
          <a:ext cx="0" cy="0"/>
          <a:chOff x="0" y="0"/>
          <a:chExt cx="0" cy="0"/>
        </a:xfrm>
      </p:grpSpPr>
      <p:sp>
        <p:nvSpPr>
          <p:cNvPr id="1001" name="Google Shape;1001;p48"/>
          <p:cNvSpPr txBox="1"/>
          <p:nvPr>
            <p:ph type="title"/>
          </p:nvPr>
        </p:nvSpPr>
        <p:spPr>
          <a:xfrm>
            <a:off x="677325" y="1832775"/>
            <a:ext cx="3217200" cy="1484100"/>
          </a:xfrm>
          <a:prstGeom prst="rect">
            <a:avLst/>
          </a:prstGeom>
        </p:spPr>
        <p:txBody>
          <a:bodyPr anchorCtr="0" anchor="ctr" bIns="91425" lIns="91425" spcFirstLastPara="1" rIns="91425" wrap="square" tIns="91425">
            <a:sp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02" name="Google Shape;1002;p48"/>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003" name="Google Shape;1003;p48"/>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004" name="Google Shape;1004;p48"/>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005" name="Google Shape;1005;p48"/>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006" name="Google Shape;1006;p48"/>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007" name="Google Shape;1007;p48"/>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1008" name="Shape 1008"/>
        <p:cNvGrpSpPr/>
        <p:nvPr/>
      </p:nvGrpSpPr>
      <p:grpSpPr>
        <a:xfrm>
          <a:off x="0" y="0"/>
          <a:ext cx="0" cy="0"/>
          <a:chOff x="0" y="0"/>
          <a:chExt cx="0" cy="0"/>
        </a:xfrm>
      </p:grpSpPr>
      <p:sp>
        <p:nvSpPr>
          <p:cNvPr id="1009" name="Google Shape;1009;p49"/>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10" name="Google Shape;1010;p49"/>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011" name="Google Shape;1011;p49"/>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1012" name="Shape 1012"/>
        <p:cNvGrpSpPr/>
        <p:nvPr/>
      </p:nvGrpSpPr>
      <p:grpSpPr>
        <a:xfrm>
          <a:off x="0" y="0"/>
          <a:ext cx="0" cy="0"/>
          <a:chOff x="0" y="0"/>
          <a:chExt cx="0" cy="0"/>
        </a:xfrm>
      </p:grpSpPr>
      <p:sp>
        <p:nvSpPr>
          <p:cNvPr id="1013" name="Google Shape;1013;p50"/>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14" name="Google Shape;1014;p50"/>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015" name="Google Shape;1015;p50"/>
          <p:cNvSpPr txBox="1"/>
          <p:nvPr>
            <p:ph idx="2" type="body"/>
          </p:nvPr>
        </p:nvSpPr>
        <p:spPr>
          <a:xfrm>
            <a:off x="504800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016" name="Google Shape;1016;p50"/>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017" name="Google Shape;1017;p50"/>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1018" name="Shape 1018"/>
        <p:cNvGrpSpPr/>
        <p:nvPr/>
      </p:nvGrpSpPr>
      <p:grpSpPr>
        <a:xfrm>
          <a:off x="0" y="0"/>
          <a:ext cx="0" cy="0"/>
          <a:chOff x="0" y="0"/>
          <a:chExt cx="0" cy="0"/>
        </a:xfrm>
      </p:grpSpPr>
      <p:sp>
        <p:nvSpPr>
          <p:cNvPr id="1019" name="Google Shape;1019;p51"/>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020" name="Google Shape;1020;p51"/>
          <p:cNvSpPr txBox="1"/>
          <p:nvPr>
            <p:ph idx="2" type="body"/>
          </p:nvPr>
        </p:nvSpPr>
        <p:spPr>
          <a:xfrm>
            <a:off x="334772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021" name="Google Shape;1021;p51"/>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22" name="Google Shape;1022;p51"/>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023" name="Google Shape;1023;p51"/>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024" name="Google Shape;1024;p51"/>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025" name="Google Shape;1025;p51"/>
          <p:cNvSpPr txBox="1"/>
          <p:nvPr>
            <p:ph idx="6" type="body"/>
          </p:nvPr>
        </p:nvSpPr>
        <p:spPr>
          <a:xfrm>
            <a:off x="62122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1026" name="Shape 1026"/>
        <p:cNvGrpSpPr/>
        <p:nvPr/>
      </p:nvGrpSpPr>
      <p:grpSpPr>
        <a:xfrm>
          <a:off x="0" y="0"/>
          <a:ext cx="0" cy="0"/>
          <a:chOff x="0" y="0"/>
          <a:chExt cx="0" cy="0"/>
        </a:xfrm>
      </p:grpSpPr>
      <p:sp>
        <p:nvSpPr>
          <p:cNvPr id="1027" name="Google Shape;1027;p52"/>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28" name="Google Shape;1028;p5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1029" name="Shape 1029"/>
        <p:cNvGrpSpPr/>
        <p:nvPr/>
      </p:nvGrpSpPr>
      <p:grpSpPr>
        <a:xfrm>
          <a:off x="0" y="0"/>
          <a:ext cx="0" cy="0"/>
          <a:chOff x="0" y="0"/>
          <a:chExt cx="0" cy="0"/>
        </a:xfrm>
      </p:grpSpPr>
      <p:sp>
        <p:nvSpPr>
          <p:cNvPr id="1030" name="Google Shape;1030;p53"/>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031" name="Google Shape;1031;p53"/>
          <p:cNvSpPr/>
          <p:nvPr>
            <p:ph idx="2" type="pic"/>
          </p:nvPr>
        </p:nvSpPr>
        <p:spPr>
          <a:xfrm>
            <a:off x="4804825" y="1133300"/>
            <a:ext cx="4027500" cy="2392800"/>
          </a:xfrm>
          <a:prstGeom prst="rect">
            <a:avLst/>
          </a:prstGeom>
          <a:noFill/>
          <a:ln>
            <a:noFill/>
          </a:ln>
        </p:spPr>
      </p:sp>
      <p:sp>
        <p:nvSpPr>
          <p:cNvPr id="1032" name="Google Shape;1032;p53"/>
          <p:cNvSpPr/>
          <p:nvPr>
            <p:ph idx="3" type="pic"/>
          </p:nvPr>
        </p:nvSpPr>
        <p:spPr>
          <a:xfrm>
            <a:off x="311725" y="1133300"/>
            <a:ext cx="4027500" cy="2392800"/>
          </a:xfrm>
          <a:prstGeom prst="rect">
            <a:avLst/>
          </a:prstGeom>
          <a:noFill/>
          <a:ln>
            <a:noFill/>
          </a:ln>
        </p:spPr>
      </p:sp>
      <p:sp>
        <p:nvSpPr>
          <p:cNvPr id="1033" name="Google Shape;1033;p53"/>
          <p:cNvSpPr txBox="1"/>
          <p:nvPr>
            <p:ph idx="4" type="body"/>
          </p:nvPr>
        </p:nvSpPr>
        <p:spPr>
          <a:xfrm>
            <a:off x="4804825"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034" name="Google Shape;1034;p53"/>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35" name="Google Shape;1035;p5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p:txBody>
      </p:sp>
      <p:sp>
        <p:nvSpPr>
          <p:cNvPr id="1036" name="Google Shape;1036;p5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1037" name="Shape 1037"/>
        <p:cNvGrpSpPr/>
        <p:nvPr/>
      </p:nvGrpSpPr>
      <p:grpSpPr>
        <a:xfrm>
          <a:off x="0" y="0"/>
          <a:ext cx="0" cy="0"/>
          <a:chOff x="0" y="0"/>
          <a:chExt cx="0" cy="0"/>
        </a:xfrm>
      </p:grpSpPr>
      <p:sp>
        <p:nvSpPr>
          <p:cNvPr id="1038" name="Google Shape;1038;p54"/>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039" name="Google Shape;1039;p54"/>
          <p:cNvSpPr/>
          <p:nvPr>
            <p:ph idx="2" type="pic"/>
          </p:nvPr>
        </p:nvSpPr>
        <p:spPr>
          <a:xfrm>
            <a:off x="6205225" y="1128325"/>
            <a:ext cx="2627100" cy="2273100"/>
          </a:xfrm>
          <a:prstGeom prst="rect">
            <a:avLst/>
          </a:prstGeom>
          <a:noFill/>
          <a:ln>
            <a:noFill/>
          </a:ln>
        </p:spPr>
      </p:sp>
      <p:sp>
        <p:nvSpPr>
          <p:cNvPr id="1040" name="Google Shape;1040;p54"/>
          <p:cNvSpPr/>
          <p:nvPr>
            <p:ph idx="3" type="pic"/>
          </p:nvPr>
        </p:nvSpPr>
        <p:spPr>
          <a:xfrm>
            <a:off x="311725" y="1128325"/>
            <a:ext cx="2627100" cy="2273100"/>
          </a:xfrm>
          <a:prstGeom prst="rect">
            <a:avLst/>
          </a:prstGeom>
          <a:noFill/>
          <a:ln>
            <a:noFill/>
          </a:ln>
        </p:spPr>
      </p:sp>
      <p:sp>
        <p:nvSpPr>
          <p:cNvPr id="1041" name="Google Shape;1041;p54"/>
          <p:cNvSpPr txBox="1"/>
          <p:nvPr>
            <p:ph idx="4" type="body"/>
          </p:nvPr>
        </p:nvSpPr>
        <p:spPr>
          <a:xfrm>
            <a:off x="6205225"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042" name="Google Shape;1042;p54"/>
          <p:cNvSpPr/>
          <p:nvPr>
            <p:ph idx="5" type="pic"/>
          </p:nvPr>
        </p:nvSpPr>
        <p:spPr>
          <a:xfrm>
            <a:off x="3255250" y="1128325"/>
            <a:ext cx="2627100" cy="2273100"/>
          </a:xfrm>
          <a:prstGeom prst="rect">
            <a:avLst/>
          </a:prstGeom>
          <a:noFill/>
          <a:ln>
            <a:noFill/>
          </a:ln>
        </p:spPr>
      </p:sp>
      <p:sp>
        <p:nvSpPr>
          <p:cNvPr id="1043" name="Google Shape;1043;p54"/>
          <p:cNvSpPr txBox="1"/>
          <p:nvPr>
            <p:ph idx="6" type="body"/>
          </p:nvPr>
        </p:nvSpPr>
        <p:spPr>
          <a:xfrm>
            <a:off x="325525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044" name="Google Shape;1044;p54"/>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45" name="Google Shape;1045;p5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p:txBody>
      </p:sp>
      <p:sp>
        <p:nvSpPr>
          <p:cNvPr id="1046" name="Google Shape;1046;p5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p:txBody>
      </p:sp>
      <p:sp>
        <p:nvSpPr>
          <p:cNvPr id="1047" name="Google Shape;1047;p5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1048" name="Shape 1048"/>
        <p:cNvGrpSpPr/>
        <p:nvPr/>
      </p:nvGrpSpPr>
      <p:grpSpPr>
        <a:xfrm>
          <a:off x="0" y="0"/>
          <a:ext cx="0" cy="0"/>
          <a:chOff x="0" y="0"/>
          <a:chExt cx="0" cy="0"/>
        </a:xfrm>
      </p:grpSpPr>
      <p:sp>
        <p:nvSpPr>
          <p:cNvPr id="1049" name="Google Shape;1049;p5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1050" name="Shape 1050"/>
        <p:cNvGrpSpPr/>
        <p:nvPr/>
      </p:nvGrpSpPr>
      <p:grpSpPr>
        <a:xfrm>
          <a:off x="0" y="0"/>
          <a:ext cx="0" cy="0"/>
          <a:chOff x="0" y="0"/>
          <a:chExt cx="0" cy="0"/>
        </a:xfrm>
      </p:grpSpPr>
      <p:sp>
        <p:nvSpPr>
          <p:cNvPr id="1051" name="Google Shape;1051;p56"/>
          <p:cNvSpPr/>
          <p:nvPr>
            <p:ph idx="2" type="pic"/>
          </p:nvPr>
        </p:nvSpPr>
        <p:spPr>
          <a:xfrm>
            <a:off x="3389600" y="118913"/>
            <a:ext cx="1643700" cy="1535100"/>
          </a:xfrm>
          <a:prstGeom prst="rect">
            <a:avLst/>
          </a:prstGeom>
          <a:noFill/>
          <a:ln>
            <a:noFill/>
          </a:ln>
        </p:spPr>
      </p:sp>
      <p:sp>
        <p:nvSpPr>
          <p:cNvPr id="1052" name="Google Shape;1052;p56"/>
          <p:cNvSpPr/>
          <p:nvPr>
            <p:ph idx="3" type="pic"/>
          </p:nvPr>
        </p:nvSpPr>
        <p:spPr>
          <a:xfrm>
            <a:off x="5195935" y="118913"/>
            <a:ext cx="1643700" cy="1535100"/>
          </a:xfrm>
          <a:prstGeom prst="rect">
            <a:avLst/>
          </a:prstGeom>
          <a:noFill/>
          <a:ln>
            <a:noFill/>
          </a:ln>
        </p:spPr>
      </p:sp>
      <p:sp>
        <p:nvSpPr>
          <p:cNvPr id="1053" name="Google Shape;1053;p56"/>
          <p:cNvSpPr/>
          <p:nvPr>
            <p:ph idx="4" type="pic"/>
          </p:nvPr>
        </p:nvSpPr>
        <p:spPr>
          <a:xfrm>
            <a:off x="7002270" y="118913"/>
            <a:ext cx="1643700" cy="1535100"/>
          </a:xfrm>
          <a:prstGeom prst="rect">
            <a:avLst/>
          </a:prstGeom>
          <a:noFill/>
          <a:ln>
            <a:noFill/>
          </a:ln>
        </p:spPr>
      </p:sp>
      <p:sp>
        <p:nvSpPr>
          <p:cNvPr id="1054" name="Google Shape;1054;p56"/>
          <p:cNvSpPr/>
          <p:nvPr>
            <p:ph idx="5" type="pic"/>
          </p:nvPr>
        </p:nvSpPr>
        <p:spPr>
          <a:xfrm>
            <a:off x="3389588" y="1804212"/>
            <a:ext cx="1643700" cy="1535100"/>
          </a:xfrm>
          <a:prstGeom prst="rect">
            <a:avLst/>
          </a:prstGeom>
          <a:noFill/>
          <a:ln>
            <a:noFill/>
          </a:ln>
        </p:spPr>
      </p:sp>
      <p:sp>
        <p:nvSpPr>
          <p:cNvPr id="1055" name="Google Shape;1055;p56"/>
          <p:cNvSpPr/>
          <p:nvPr>
            <p:ph idx="6" type="pic"/>
          </p:nvPr>
        </p:nvSpPr>
        <p:spPr>
          <a:xfrm>
            <a:off x="5195922" y="1804212"/>
            <a:ext cx="1643700" cy="1535100"/>
          </a:xfrm>
          <a:prstGeom prst="rect">
            <a:avLst/>
          </a:prstGeom>
          <a:noFill/>
          <a:ln>
            <a:noFill/>
          </a:ln>
        </p:spPr>
      </p:sp>
      <p:sp>
        <p:nvSpPr>
          <p:cNvPr id="1056" name="Google Shape;1056;p56"/>
          <p:cNvSpPr/>
          <p:nvPr>
            <p:ph idx="7" type="pic"/>
          </p:nvPr>
        </p:nvSpPr>
        <p:spPr>
          <a:xfrm>
            <a:off x="7002257" y="1804212"/>
            <a:ext cx="1643700" cy="1535100"/>
          </a:xfrm>
          <a:prstGeom prst="rect">
            <a:avLst/>
          </a:prstGeom>
          <a:noFill/>
          <a:ln>
            <a:noFill/>
          </a:ln>
        </p:spPr>
      </p:sp>
      <p:sp>
        <p:nvSpPr>
          <p:cNvPr id="1057" name="Google Shape;1057;p5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58" name="Google Shape;1058;p56"/>
          <p:cNvSpPr/>
          <p:nvPr>
            <p:ph idx="8" type="pic"/>
          </p:nvPr>
        </p:nvSpPr>
        <p:spPr>
          <a:xfrm>
            <a:off x="3389588" y="3489487"/>
            <a:ext cx="1643700" cy="1535100"/>
          </a:xfrm>
          <a:prstGeom prst="rect">
            <a:avLst/>
          </a:prstGeom>
          <a:noFill/>
          <a:ln>
            <a:noFill/>
          </a:ln>
        </p:spPr>
      </p:sp>
      <p:sp>
        <p:nvSpPr>
          <p:cNvPr id="1059" name="Google Shape;1059;p56"/>
          <p:cNvSpPr/>
          <p:nvPr>
            <p:ph idx="9" type="pic"/>
          </p:nvPr>
        </p:nvSpPr>
        <p:spPr>
          <a:xfrm>
            <a:off x="5195922" y="3489487"/>
            <a:ext cx="1643700" cy="1535100"/>
          </a:xfrm>
          <a:prstGeom prst="rect">
            <a:avLst/>
          </a:prstGeom>
          <a:noFill/>
          <a:ln>
            <a:noFill/>
          </a:ln>
        </p:spPr>
      </p:sp>
      <p:sp>
        <p:nvSpPr>
          <p:cNvPr id="1060" name="Google Shape;1060;p5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theme" Target="../theme/theme3.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Manrope"/>
              <a:buChar char="●"/>
              <a:defRPr sz="1200">
                <a:solidFill>
                  <a:schemeClr val="lt1"/>
                </a:solidFill>
                <a:latin typeface="Manrope"/>
                <a:ea typeface="Manrope"/>
                <a:cs typeface="Manrope"/>
                <a:sym typeface="Manrope"/>
              </a:defRPr>
            </a:lvl1pPr>
            <a:lvl2pPr indent="-304800" lvl="1" marL="9144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2pPr>
            <a:lvl3pPr indent="-304800" lvl="2" marL="13716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3pPr>
            <a:lvl4pPr indent="-304800" lvl="3" marL="18288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4pPr>
            <a:lvl5pPr indent="-304800" lvl="4" marL="22860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5pPr>
            <a:lvl6pPr indent="-304800" lvl="5" marL="27432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6pPr>
            <a:lvl7pPr indent="-304800" lvl="6" marL="32004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7pPr>
            <a:lvl8pPr indent="-304800" lvl="7" marL="36576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8pPr>
            <a:lvl9pPr indent="-304800" lvl="8" marL="4114800">
              <a:lnSpc>
                <a:spcPct val="115000"/>
              </a:lnSpc>
              <a:spcBef>
                <a:spcPts val="800"/>
              </a:spcBef>
              <a:spcAft>
                <a:spcPts val="800"/>
              </a:spcAft>
              <a:buClr>
                <a:schemeClr val="lt1"/>
              </a:buClr>
              <a:buSzPts val="1200"/>
              <a:buFont typeface="Manrope"/>
              <a:buChar char="■"/>
              <a:defRPr sz="1200">
                <a:solidFill>
                  <a:schemeClr val="lt1"/>
                </a:solidFill>
                <a:latin typeface="Manrope"/>
                <a:ea typeface="Manrope"/>
                <a:cs typeface="Manrope"/>
                <a:sym typeface="Manrope"/>
              </a:defRPr>
            </a:lvl9pPr>
          </a:lstStyle>
          <a:p/>
        </p:txBody>
      </p:sp>
      <p:sp>
        <p:nvSpPr>
          <p:cNvPr id="52" name="Google Shape;52;p13"/>
          <p:cNvSpPr txBox="1"/>
          <p:nvPr>
            <p:ph type="title"/>
          </p:nvPr>
        </p:nvSpPr>
        <p:spPr>
          <a:xfrm>
            <a:off x="228600" y="369300"/>
            <a:ext cx="6480300" cy="587700"/>
          </a:xfrm>
          <a:prstGeom prst="rect">
            <a:avLst/>
          </a:prstGeom>
          <a:noFill/>
          <a:ln>
            <a:noFill/>
          </a:ln>
        </p:spPr>
        <p:txBody>
          <a:bodyPr anchorCtr="0" anchor="t" bIns="91425" lIns="91425" spcFirstLastPara="1" rIns="91425" wrap="square" tIns="91425">
            <a:spAutoFit/>
          </a:bodyPr>
          <a:lstStyle>
            <a:lvl1pPr lvl="0">
              <a:lnSpc>
                <a:spcPct val="90000"/>
              </a:lnSpc>
              <a:spcBef>
                <a:spcPts val="0"/>
              </a:spcBef>
              <a:spcAft>
                <a:spcPts val="0"/>
              </a:spcAft>
              <a:buClr>
                <a:schemeClr val="lt1"/>
              </a:buClr>
              <a:buSzPts val="3000"/>
              <a:buFont typeface="Arial"/>
              <a:buNone/>
              <a:defRPr b="1" sz="3000">
                <a:solidFill>
                  <a:schemeClr val="lt1"/>
                </a:solidFill>
                <a:latin typeface="Anton"/>
                <a:ea typeface="Anton"/>
                <a:cs typeface="Anton"/>
                <a:sym typeface="Anton"/>
              </a:defRPr>
            </a:lvl1pPr>
            <a:lvl2pPr lvl="1">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2pPr>
            <a:lvl3pPr lvl="2">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3pPr>
            <a:lvl4pPr lvl="3">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4pPr>
            <a:lvl5pPr lvl="4">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5pPr>
            <a:lvl6pPr lvl="5">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6pPr>
            <a:lvl7pPr lvl="6">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7pPr>
            <a:lvl8pPr lvl="7">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8pPr>
            <a:lvl9pPr lvl="8">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 Id="rId3"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57"/>
          <p:cNvSpPr txBox="1"/>
          <p:nvPr>
            <p:ph type="title"/>
          </p:nvPr>
        </p:nvSpPr>
        <p:spPr>
          <a:xfrm>
            <a:off x="1079550" y="625275"/>
            <a:ext cx="6984900" cy="16941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SzPts val="6000"/>
              <a:buNone/>
            </a:pPr>
            <a:r>
              <a:rPr lang="en"/>
              <a:t>Capstone Project :</a:t>
            </a:r>
            <a:endParaRPr/>
          </a:p>
          <a:p>
            <a:pPr indent="0" lvl="0" marL="0" rtl="0" algn="ctr">
              <a:lnSpc>
                <a:spcPct val="115000"/>
              </a:lnSpc>
              <a:spcBef>
                <a:spcPts val="0"/>
              </a:spcBef>
              <a:spcAft>
                <a:spcPts val="0"/>
              </a:spcAft>
              <a:buSzPts val="6000"/>
              <a:buNone/>
            </a:pPr>
            <a:r>
              <a:rPr lang="en" sz="5000"/>
              <a:t>Exploring NFL Statistics</a:t>
            </a:r>
            <a:endParaRPr sz="5000"/>
          </a:p>
        </p:txBody>
      </p:sp>
      <p:sp>
        <p:nvSpPr>
          <p:cNvPr id="1066" name="Google Shape;1066;p57"/>
          <p:cNvSpPr txBox="1"/>
          <p:nvPr>
            <p:ph idx="1" type="body"/>
          </p:nvPr>
        </p:nvSpPr>
        <p:spPr>
          <a:xfrm>
            <a:off x="2716875" y="2540000"/>
            <a:ext cx="3615000" cy="465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SzPts val="1000"/>
              <a:buNone/>
            </a:pPr>
            <a:r>
              <a:rPr lang="en" sz="1300">
                <a:latin typeface="Manrope Medium"/>
                <a:ea typeface="Manrope Medium"/>
                <a:cs typeface="Manrope Medium"/>
                <a:sym typeface="Manrope Medium"/>
              </a:rPr>
              <a:t>JORDAN BAKER</a:t>
            </a:r>
            <a:endParaRPr sz="1300">
              <a:latin typeface="Manrope Medium"/>
              <a:ea typeface="Manrope Medium"/>
              <a:cs typeface="Manrope Medium"/>
              <a:sym typeface="Manrope Medium"/>
            </a:endParaRPr>
          </a:p>
          <a:p>
            <a:pPr indent="0" lvl="0" marL="0" rtl="0" algn="ctr">
              <a:lnSpc>
                <a:spcPct val="115000"/>
              </a:lnSpc>
              <a:spcBef>
                <a:spcPts val="0"/>
              </a:spcBef>
              <a:spcAft>
                <a:spcPts val="0"/>
              </a:spcAft>
              <a:buSzPts val="1000"/>
              <a:buNone/>
            </a:pPr>
            <a:r>
              <a:rPr lang="en" sz="1300">
                <a:latin typeface="Manrope Medium"/>
                <a:ea typeface="Manrope Medium"/>
                <a:cs typeface="Manrope Medium"/>
                <a:sym typeface="Manrope Medium"/>
              </a:rPr>
              <a:t>DATA 205 CAPSTONE PROJECT</a:t>
            </a:r>
            <a:endParaRPr sz="1300">
              <a:latin typeface="Manrope Medium"/>
              <a:ea typeface="Manrope Medium"/>
              <a:cs typeface="Manrope Medium"/>
              <a:sym typeface="Manrope Medium"/>
            </a:endParaRPr>
          </a:p>
        </p:txBody>
      </p:sp>
      <p:pic>
        <p:nvPicPr>
          <p:cNvPr id="1067" name="Google Shape;1067;p57"/>
          <p:cNvPicPr preferRelativeResize="0"/>
          <p:nvPr/>
        </p:nvPicPr>
        <p:blipFill>
          <a:blip r:embed="rId3">
            <a:alphaModFix/>
          </a:blip>
          <a:stretch>
            <a:fillRect/>
          </a:stretch>
        </p:blipFill>
        <p:spPr>
          <a:xfrm>
            <a:off x="6866763" y="2539988"/>
            <a:ext cx="2143125" cy="2143125"/>
          </a:xfrm>
          <a:prstGeom prst="rect">
            <a:avLst/>
          </a:prstGeom>
          <a:noFill/>
          <a:ln>
            <a:noFill/>
          </a:ln>
        </p:spPr>
      </p:pic>
      <p:pic>
        <p:nvPicPr>
          <p:cNvPr id="1068" name="Google Shape;1068;p57"/>
          <p:cNvPicPr preferRelativeResize="0"/>
          <p:nvPr/>
        </p:nvPicPr>
        <p:blipFill>
          <a:blip r:embed="rId4">
            <a:alphaModFix/>
          </a:blip>
          <a:stretch>
            <a:fillRect/>
          </a:stretch>
        </p:blipFill>
        <p:spPr>
          <a:xfrm>
            <a:off x="152400" y="3158300"/>
            <a:ext cx="2962275" cy="1543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p58"/>
          <p:cNvSpPr/>
          <p:nvPr/>
        </p:nvSpPr>
        <p:spPr>
          <a:xfrm>
            <a:off x="0" y="1604625"/>
            <a:ext cx="9180000" cy="1030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rope"/>
              <a:ea typeface="Manrope"/>
              <a:cs typeface="Manrope"/>
              <a:sym typeface="Manrope"/>
            </a:endParaRPr>
          </a:p>
        </p:txBody>
      </p:sp>
      <p:sp>
        <p:nvSpPr>
          <p:cNvPr id="1074" name="Google Shape;1074;p58"/>
          <p:cNvSpPr txBox="1"/>
          <p:nvPr/>
        </p:nvSpPr>
        <p:spPr>
          <a:xfrm>
            <a:off x="543406" y="2876060"/>
            <a:ext cx="665100" cy="521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chemeClr val="lt1"/>
                </a:solidFill>
                <a:latin typeface="Manrope"/>
                <a:ea typeface="Manrope"/>
                <a:cs typeface="Manrope"/>
                <a:sym typeface="Manrope"/>
              </a:rPr>
              <a:t>02.</a:t>
            </a:r>
            <a:endParaRPr sz="1800">
              <a:solidFill>
                <a:schemeClr val="lt1"/>
              </a:solidFill>
              <a:latin typeface="Manrope"/>
              <a:ea typeface="Manrope"/>
              <a:cs typeface="Manrope"/>
              <a:sym typeface="Manrope"/>
            </a:endParaRPr>
          </a:p>
        </p:txBody>
      </p:sp>
      <p:sp>
        <p:nvSpPr>
          <p:cNvPr id="1075" name="Google Shape;1075;p58"/>
          <p:cNvSpPr txBox="1"/>
          <p:nvPr/>
        </p:nvSpPr>
        <p:spPr>
          <a:xfrm>
            <a:off x="543406" y="3928200"/>
            <a:ext cx="665100" cy="521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chemeClr val="lt1"/>
                </a:solidFill>
                <a:latin typeface="Manrope"/>
                <a:ea typeface="Manrope"/>
                <a:cs typeface="Manrope"/>
                <a:sym typeface="Manrope"/>
              </a:rPr>
              <a:t>03.</a:t>
            </a:r>
            <a:endParaRPr sz="1800">
              <a:solidFill>
                <a:schemeClr val="lt1"/>
              </a:solidFill>
              <a:latin typeface="Manrope"/>
              <a:ea typeface="Manrope"/>
              <a:cs typeface="Manrope"/>
              <a:sym typeface="Manrope"/>
            </a:endParaRPr>
          </a:p>
        </p:txBody>
      </p:sp>
      <p:sp>
        <p:nvSpPr>
          <p:cNvPr id="1076" name="Google Shape;1076;p58"/>
          <p:cNvSpPr txBox="1"/>
          <p:nvPr/>
        </p:nvSpPr>
        <p:spPr>
          <a:xfrm>
            <a:off x="1165348" y="1880350"/>
            <a:ext cx="2937600" cy="521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SzPts val="1900"/>
              <a:buNone/>
            </a:pPr>
            <a:r>
              <a:rPr lang="en" sz="1900">
                <a:solidFill>
                  <a:schemeClr val="lt1"/>
                </a:solidFill>
                <a:latin typeface="Anton"/>
                <a:ea typeface="Anton"/>
                <a:cs typeface="Anton"/>
                <a:sym typeface="Anton"/>
              </a:rPr>
              <a:t>PRIMARY GOAL</a:t>
            </a:r>
            <a:endParaRPr sz="1900">
              <a:solidFill>
                <a:schemeClr val="lt1"/>
              </a:solidFill>
              <a:latin typeface="Anton"/>
              <a:ea typeface="Anton"/>
              <a:cs typeface="Anton"/>
              <a:sym typeface="Anton"/>
            </a:endParaRPr>
          </a:p>
        </p:txBody>
      </p:sp>
      <p:sp>
        <p:nvSpPr>
          <p:cNvPr id="1077" name="Google Shape;1077;p58"/>
          <p:cNvSpPr txBox="1"/>
          <p:nvPr/>
        </p:nvSpPr>
        <p:spPr>
          <a:xfrm>
            <a:off x="1165348" y="2894867"/>
            <a:ext cx="2937600" cy="521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lang="en" sz="1900">
                <a:solidFill>
                  <a:schemeClr val="lt1"/>
                </a:solidFill>
                <a:latin typeface="Anton"/>
                <a:ea typeface="Anton"/>
                <a:cs typeface="Anton"/>
                <a:sym typeface="Anton"/>
              </a:rPr>
              <a:t>Question</a:t>
            </a:r>
            <a:endParaRPr sz="1900">
              <a:solidFill>
                <a:schemeClr val="lt1"/>
              </a:solidFill>
              <a:latin typeface="Anton"/>
              <a:ea typeface="Anton"/>
              <a:cs typeface="Anton"/>
              <a:sym typeface="Anton"/>
            </a:endParaRPr>
          </a:p>
        </p:txBody>
      </p:sp>
      <p:sp>
        <p:nvSpPr>
          <p:cNvPr id="1078" name="Google Shape;1078;p58"/>
          <p:cNvSpPr txBox="1"/>
          <p:nvPr/>
        </p:nvSpPr>
        <p:spPr>
          <a:xfrm>
            <a:off x="1165348" y="3947002"/>
            <a:ext cx="2937600" cy="521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lang="en" sz="1900">
                <a:solidFill>
                  <a:schemeClr val="lt1"/>
                </a:solidFill>
                <a:latin typeface="Anton"/>
                <a:ea typeface="Anton"/>
                <a:cs typeface="Anton"/>
                <a:sym typeface="Anton"/>
              </a:rPr>
              <a:t>Question</a:t>
            </a:r>
            <a:endParaRPr sz="1900">
              <a:solidFill>
                <a:schemeClr val="lt1"/>
              </a:solidFill>
              <a:latin typeface="Anton"/>
              <a:ea typeface="Anton"/>
              <a:cs typeface="Anton"/>
              <a:sym typeface="Anton"/>
            </a:endParaRPr>
          </a:p>
        </p:txBody>
      </p:sp>
      <p:sp>
        <p:nvSpPr>
          <p:cNvPr id="1079" name="Google Shape;1079;p58"/>
          <p:cNvSpPr txBox="1"/>
          <p:nvPr/>
        </p:nvSpPr>
        <p:spPr>
          <a:xfrm>
            <a:off x="4102950" y="1604625"/>
            <a:ext cx="3917700" cy="10302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00"/>
              <a:buFont typeface="Arial"/>
              <a:buNone/>
            </a:pPr>
            <a:r>
              <a:rPr lang="en" sz="1200">
                <a:solidFill>
                  <a:schemeClr val="lt1"/>
                </a:solidFill>
                <a:latin typeface="Manrope Medium"/>
                <a:ea typeface="Manrope Medium"/>
                <a:cs typeface="Manrope Medium"/>
                <a:sym typeface="Manrope Medium"/>
              </a:rPr>
              <a:t>My primary focus for this project is to explore Rushing and Passing </a:t>
            </a:r>
            <a:r>
              <a:rPr lang="en" sz="1200">
                <a:solidFill>
                  <a:schemeClr val="lt1"/>
                </a:solidFill>
                <a:latin typeface="Manrope Medium"/>
                <a:ea typeface="Manrope Medium"/>
                <a:cs typeface="Manrope Medium"/>
                <a:sym typeface="Manrope Medium"/>
              </a:rPr>
              <a:t>Statistics from the 2019 to 2023 NFL seasons</a:t>
            </a:r>
            <a:endParaRPr sz="1200">
              <a:solidFill>
                <a:schemeClr val="lt1"/>
              </a:solidFill>
              <a:latin typeface="Manrope Medium"/>
              <a:ea typeface="Manrope Medium"/>
              <a:cs typeface="Manrope Medium"/>
              <a:sym typeface="Manrope Medium"/>
            </a:endParaRPr>
          </a:p>
        </p:txBody>
      </p:sp>
      <p:sp>
        <p:nvSpPr>
          <p:cNvPr id="1080" name="Google Shape;1080;p58"/>
          <p:cNvSpPr txBox="1"/>
          <p:nvPr/>
        </p:nvSpPr>
        <p:spPr>
          <a:xfrm>
            <a:off x="4102950" y="2648550"/>
            <a:ext cx="3917700" cy="9810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00"/>
              <a:buFont typeface="Arial"/>
              <a:buNone/>
            </a:pPr>
            <a:r>
              <a:rPr lang="en" sz="1200">
                <a:solidFill>
                  <a:schemeClr val="lt1"/>
                </a:solidFill>
                <a:latin typeface="Manrope Medium"/>
                <a:ea typeface="Manrope Medium"/>
                <a:cs typeface="Manrope Medium"/>
                <a:sym typeface="Manrope Medium"/>
              </a:rPr>
              <a:t>How has the league changed in 5 years? </a:t>
            </a:r>
            <a:endParaRPr sz="1200">
              <a:solidFill>
                <a:schemeClr val="lt1"/>
              </a:solidFill>
              <a:latin typeface="Manrope Medium"/>
              <a:ea typeface="Manrope Medium"/>
              <a:cs typeface="Manrope Medium"/>
              <a:sym typeface="Manrope Medium"/>
            </a:endParaRPr>
          </a:p>
        </p:txBody>
      </p:sp>
      <p:sp>
        <p:nvSpPr>
          <p:cNvPr id="1081" name="Google Shape;1081;p58"/>
          <p:cNvSpPr txBox="1"/>
          <p:nvPr/>
        </p:nvSpPr>
        <p:spPr>
          <a:xfrm>
            <a:off x="4102950" y="3634875"/>
            <a:ext cx="4262700" cy="104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rgbClr val="000000"/>
              </a:buClr>
              <a:buSzPts val="1000"/>
              <a:buFont typeface="Arial"/>
              <a:buNone/>
            </a:pPr>
            <a:r>
              <a:rPr lang="en" sz="1200">
                <a:solidFill>
                  <a:schemeClr val="lt1"/>
                </a:solidFill>
                <a:latin typeface="Manrope Medium"/>
                <a:ea typeface="Manrope Medium"/>
                <a:cs typeface="Manrope Medium"/>
                <a:sym typeface="Manrope Medium"/>
              </a:rPr>
              <a:t>Is there any </a:t>
            </a:r>
            <a:r>
              <a:rPr lang="en" sz="1200">
                <a:solidFill>
                  <a:schemeClr val="lt1"/>
                </a:solidFill>
                <a:latin typeface="Manrope Medium"/>
                <a:ea typeface="Manrope Medium"/>
                <a:cs typeface="Manrope Medium"/>
                <a:sym typeface="Manrope Medium"/>
              </a:rPr>
              <a:t>correlation</a:t>
            </a:r>
            <a:r>
              <a:rPr lang="en" sz="1200">
                <a:solidFill>
                  <a:schemeClr val="lt1"/>
                </a:solidFill>
                <a:latin typeface="Manrope Medium"/>
                <a:ea typeface="Manrope Medium"/>
                <a:cs typeface="Manrope Medium"/>
                <a:sym typeface="Manrope Medium"/>
              </a:rPr>
              <a:t> between the rushing data and the passing data?</a:t>
            </a:r>
            <a:endParaRPr sz="1200">
              <a:solidFill>
                <a:schemeClr val="lt1"/>
              </a:solidFill>
              <a:latin typeface="Manrope Medium"/>
              <a:ea typeface="Manrope Medium"/>
              <a:cs typeface="Manrope Medium"/>
              <a:sym typeface="Manrope Medium"/>
            </a:endParaRPr>
          </a:p>
          <a:p>
            <a:pPr indent="0" lvl="0" marL="0" marR="0" rtl="0" algn="l">
              <a:lnSpc>
                <a:spcPct val="115000"/>
              </a:lnSpc>
              <a:spcBef>
                <a:spcPts val="0"/>
              </a:spcBef>
              <a:spcAft>
                <a:spcPts val="0"/>
              </a:spcAft>
              <a:buClr>
                <a:srgbClr val="000000"/>
              </a:buClr>
              <a:buSzPts val="1000"/>
              <a:buFont typeface="Arial"/>
              <a:buNone/>
            </a:pPr>
            <a:r>
              <a:t/>
            </a:r>
            <a:endParaRPr sz="1000">
              <a:solidFill>
                <a:schemeClr val="lt1"/>
              </a:solidFill>
              <a:latin typeface="Manrope Medium"/>
              <a:ea typeface="Manrope Medium"/>
              <a:cs typeface="Manrope Medium"/>
              <a:sym typeface="Manrope Medium"/>
            </a:endParaRPr>
          </a:p>
        </p:txBody>
      </p:sp>
      <p:sp>
        <p:nvSpPr>
          <p:cNvPr id="1082" name="Google Shape;1082;p58"/>
          <p:cNvSpPr txBox="1"/>
          <p:nvPr/>
        </p:nvSpPr>
        <p:spPr>
          <a:xfrm>
            <a:off x="603000" y="1883300"/>
            <a:ext cx="472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80000"/>
              </a:lnSpc>
              <a:spcBef>
                <a:spcPts val="0"/>
              </a:spcBef>
              <a:spcAft>
                <a:spcPts val="0"/>
              </a:spcAft>
              <a:buClr>
                <a:srgbClr val="000000"/>
              </a:buClr>
              <a:buSzPts val="1800"/>
              <a:buFont typeface="Arial"/>
              <a:buNone/>
            </a:pPr>
            <a:r>
              <a:rPr lang="en" sz="1800">
                <a:solidFill>
                  <a:schemeClr val="lt1"/>
                </a:solidFill>
                <a:latin typeface="Manrope Medium"/>
                <a:ea typeface="Manrope Medium"/>
                <a:cs typeface="Manrope Medium"/>
                <a:sym typeface="Manrope Medium"/>
              </a:rPr>
              <a:t>01. </a:t>
            </a:r>
            <a:endParaRPr sz="1800">
              <a:solidFill>
                <a:schemeClr val="lt1"/>
              </a:solidFill>
              <a:latin typeface="Manrope Medium"/>
              <a:ea typeface="Manrope Medium"/>
              <a:cs typeface="Manrope Medium"/>
              <a:sym typeface="Manrope Medium"/>
            </a:endParaRPr>
          </a:p>
        </p:txBody>
      </p:sp>
      <p:sp>
        <p:nvSpPr>
          <p:cNvPr id="1083" name="Google Shape;1083;p58"/>
          <p:cNvSpPr txBox="1"/>
          <p:nvPr>
            <p:ph type="title"/>
          </p:nvPr>
        </p:nvSpPr>
        <p:spPr>
          <a:xfrm>
            <a:off x="513300" y="459075"/>
            <a:ext cx="4436400" cy="10158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1400"/>
              <a:buNone/>
            </a:pPr>
            <a:r>
              <a:rPr lang="en"/>
              <a:t>GOALS AND QUESTIONS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59"/>
          <p:cNvSpPr/>
          <p:nvPr/>
        </p:nvSpPr>
        <p:spPr>
          <a:xfrm flipH="1" rot="10800000">
            <a:off x="5525629" y="3286625"/>
            <a:ext cx="3276300" cy="1461900"/>
          </a:xfrm>
          <a:prstGeom prst="snip1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089" name="Google Shape;1089;p59"/>
          <p:cNvSpPr/>
          <p:nvPr/>
        </p:nvSpPr>
        <p:spPr>
          <a:xfrm rot="4795490">
            <a:off x="8576527" y="4483441"/>
            <a:ext cx="207500" cy="287945"/>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090" name="Google Shape;1090;p59"/>
          <p:cNvSpPr txBox="1"/>
          <p:nvPr>
            <p:ph type="title"/>
          </p:nvPr>
        </p:nvSpPr>
        <p:spPr>
          <a:xfrm>
            <a:off x="508875" y="874875"/>
            <a:ext cx="3003300" cy="5574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Clr>
                <a:srgbClr val="000000"/>
              </a:buClr>
              <a:buSzPts val="4100"/>
              <a:buFont typeface="Arial"/>
              <a:buNone/>
            </a:pPr>
            <a:r>
              <a:rPr lang="en"/>
              <a:t>DATA OVERVIEW</a:t>
            </a:r>
            <a:endParaRPr/>
          </a:p>
          <a:p>
            <a:pPr indent="0" lvl="0" marL="0" rtl="0" algn="l">
              <a:spcBef>
                <a:spcPts val="0"/>
              </a:spcBef>
              <a:spcAft>
                <a:spcPts val="0"/>
              </a:spcAft>
              <a:buSzPts val="3000"/>
              <a:buNone/>
            </a:pPr>
            <a:r>
              <a:t/>
            </a:r>
            <a:endParaRPr/>
          </a:p>
        </p:txBody>
      </p:sp>
      <p:sp>
        <p:nvSpPr>
          <p:cNvPr id="1091" name="Google Shape;1091;p59"/>
          <p:cNvSpPr txBox="1"/>
          <p:nvPr>
            <p:ph idx="1" type="body"/>
          </p:nvPr>
        </p:nvSpPr>
        <p:spPr>
          <a:xfrm>
            <a:off x="508875" y="1539275"/>
            <a:ext cx="3488400" cy="1182300"/>
          </a:xfrm>
          <a:prstGeom prst="rect">
            <a:avLst/>
          </a:prstGeom>
        </p:spPr>
        <p:txBody>
          <a:bodyPr anchorCtr="0" anchor="t" bIns="91425" lIns="91425" spcFirstLastPara="1" rIns="91425" wrap="square" tIns="91425">
            <a:noAutofit/>
          </a:bodyPr>
          <a:lstStyle/>
          <a:p>
            <a:pPr indent="-323850" lvl="0" marL="457200" rtl="0" algn="l">
              <a:lnSpc>
                <a:spcPct val="150000"/>
              </a:lnSpc>
              <a:spcBef>
                <a:spcPts val="1000"/>
              </a:spcBef>
              <a:spcAft>
                <a:spcPts val="0"/>
              </a:spcAft>
              <a:buSzPts val="1500"/>
              <a:buChar char="●"/>
            </a:pPr>
            <a:r>
              <a:rPr lang="en" sz="1500"/>
              <a:t>Main dataset(s): Stats </a:t>
            </a:r>
            <a:endParaRPr sz="1500"/>
          </a:p>
          <a:p>
            <a:pPr indent="-323850" lvl="0" marL="457200" rtl="0" algn="l">
              <a:lnSpc>
                <a:spcPct val="150000"/>
              </a:lnSpc>
              <a:spcBef>
                <a:spcPts val="1000"/>
              </a:spcBef>
              <a:spcAft>
                <a:spcPts val="0"/>
              </a:spcAft>
              <a:buSzPts val="1500"/>
              <a:buChar char="●"/>
            </a:pPr>
            <a:r>
              <a:rPr lang="en" sz="1500"/>
              <a:t>Includes variables such as total passing yards, rushing yards, touchdowns, turnovers, passer rating, and more</a:t>
            </a:r>
            <a:endParaRPr sz="1500"/>
          </a:p>
          <a:p>
            <a:pPr indent="-323850" lvl="0" marL="457200" rtl="0" algn="l">
              <a:lnSpc>
                <a:spcPct val="150000"/>
              </a:lnSpc>
              <a:spcBef>
                <a:spcPts val="1000"/>
              </a:spcBef>
              <a:spcAft>
                <a:spcPts val="0"/>
              </a:spcAft>
              <a:buSzPts val="1500"/>
              <a:buChar char="●"/>
            </a:pPr>
            <a:r>
              <a:rPr lang="en" sz="1500"/>
              <a:t>Secondary datasets: Drives, Scoring, Season</a:t>
            </a:r>
            <a:endParaRPr sz="1500"/>
          </a:p>
          <a:p>
            <a:pPr indent="-323850" lvl="0" marL="457200" rtl="0" algn="l">
              <a:lnSpc>
                <a:spcPct val="150000"/>
              </a:lnSpc>
              <a:spcBef>
                <a:spcPts val="1000"/>
              </a:spcBef>
              <a:spcAft>
                <a:spcPts val="1000"/>
              </a:spcAft>
              <a:buSzPts val="1500"/>
              <a:buChar char="●"/>
            </a:pPr>
            <a:r>
              <a:rPr lang="en" sz="1500"/>
              <a:t>Every dataset is already cleaned and organized</a:t>
            </a:r>
            <a:endParaRPr sz="1500"/>
          </a:p>
        </p:txBody>
      </p:sp>
      <p:sp>
        <p:nvSpPr>
          <p:cNvPr id="1092" name="Google Shape;1092;p59"/>
          <p:cNvSpPr txBox="1"/>
          <p:nvPr>
            <p:ph idx="3" type="title"/>
          </p:nvPr>
        </p:nvSpPr>
        <p:spPr>
          <a:xfrm rot="-130161">
            <a:off x="5801505" y="3629872"/>
            <a:ext cx="2662908" cy="632256"/>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1000"/>
              <a:buNone/>
            </a:pPr>
            <a:r>
              <a:rPr lang="en"/>
              <a:t>ALL SOURCED FROM PRO-FOOTBALL-REFERENCE</a:t>
            </a:r>
            <a:endParaRPr/>
          </a:p>
          <a:p>
            <a:pPr indent="0" lvl="0" marL="0" rtl="0" algn="ctr">
              <a:spcBef>
                <a:spcPts val="0"/>
              </a:spcBef>
              <a:spcAft>
                <a:spcPts val="0"/>
              </a:spcAft>
              <a:buSzPts val="1000"/>
              <a:buNone/>
            </a:pPr>
            <a:r>
              <a:rPr lang="en"/>
              <a:t>SCRAPED BY NFLscraPY</a:t>
            </a:r>
            <a:endParaRPr/>
          </a:p>
          <a:p>
            <a:pPr indent="0" lvl="0" marL="0" rtl="0" algn="ctr">
              <a:spcBef>
                <a:spcPts val="0"/>
              </a:spcBef>
              <a:spcAft>
                <a:spcPts val="0"/>
              </a:spcAft>
              <a:buSzPts val="1000"/>
              <a:buNone/>
            </a:pPr>
            <a:r>
              <a:t/>
            </a:r>
            <a:endParaRPr/>
          </a:p>
          <a:p>
            <a:pPr indent="0" lvl="0" marL="0" rtl="0" algn="ctr">
              <a:spcBef>
                <a:spcPts val="0"/>
              </a:spcBef>
              <a:spcAft>
                <a:spcPts val="0"/>
              </a:spcAft>
              <a:buSzPts val="1000"/>
              <a:buNone/>
            </a:pPr>
            <a:r>
              <a:t/>
            </a:r>
            <a:endParaRPr/>
          </a:p>
        </p:txBody>
      </p:sp>
      <p:pic>
        <p:nvPicPr>
          <p:cNvPr id="1093" name="Google Shape;1093;p59"/>
          <p:cNvPicPr preferRelativeResize="0"/>
          <p:nvPr/>
        </p:nvPicPr>
        <p:blipFill>
          <a:blip r:embed="rId3">
            <a:alphaModFix/>
          </a:blip>
          <a:stretch>
            <a:fillRect/>
          </a:stretch>
        </p:blipFill>
        <p:spPr>
          <a:xfrm>
            <a:off x="5943351" y="765675"/>
            <a:ext cx="1806075" cy="18060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60"/>
          <p:cNvSpPr/>
          <p:nvPr/>
        </p:nvSpPr>
        <p:spPr>
          <a:xfrm>
            <a:off x="0" y="1604625"/>
            <a:ext cx="9180000" cy="1030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rope"/>
              <a:ea typeface="Manrope"/>
              <a:cs typeface="Manrope"/>
              <a:sym typeface="Manrope"/>
            </a:endParaRPr>
          </a:p>
        </p:txBody>
      </p:sp>
      <p:sp>
        <p:nvSpPr>
          <p:cNvPr id="1099" name="Google Shape;1099;p60"/>
          <p:cNvSpPr txBox="1"/>
          <p:nvPr/>
        </p:nvSpPr>
        <p:spPr>
          <a:xfrm>
            <a:off x="543406" y="2876060"/>
            <a:ext cx="665100" cy="521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chemeClr val="lt1"/>
                </a:solidFill>
                <a:latin typeface="Manrope"/>
                <a:ea typeface="Manrope"/>
                <a:cs typeface="Manrope"/>
                <a:sym typeface="Manrope"/>
              </a:rPr>
              <a:t>02.</a:t>
            </a:r>
            <a:endParaRPr sz="1800">
              <a:solidFill>
                <a:schemeClr val="lt1"/>
              </a:solidFill>
              <a:latin typeface="Manrope"/>
              <a:ea typeface="Manrope"/>
              <a:cs typeface="Manrope"/>
              <a:sym typeface="Manrope"/>
            </a:endParaRPr>
          </a:p>
        </p:txBody>
      </p:sp>
      <p:sp>
        <p:nvSpPr>
          <p:cNvPr id="1100" name="Google Shape;1100;p60"/>
          <p:cNvSpPr txBox="1"/>
          <p:nvPr/>
        </p:nvSpPr>
        <p:spPr>
          <a:xfrm>
            <a:off x="543406" y="3928200"/>
            <a:ext cx="665100" cy="521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chemeClr val="lt1"/>
                </a:solidFill>
                <a:latin typeface="Manrope"/>
                <a:ea typeface="Manrope"/>
                <a:cs typeface="Manrope"/>
                <a:sym typeface="Manrope"/>
              </a:rPr>
              <a:t>03.</a:t>
            </a:r>
            <a:endParaRPr sz="1800">
              <a:solidFill>
                <a:schemeClr val="lt1"/>
              </a:solidFill>
              <a:latin typeface="Manrope"/>
              <a:ea typeface="Manrope"/>
              <a:cs typeface="Manrope"/>
              <a:sym typeface="Manrope"/>
            </a:endParaRPr>
          </a:p>
        </p:txBody>
      </p:sp>
      <p:sp>
        <p:nvSpPr>
          <p:cNvPr id="1101" name="Google Shape;1101;p60"/>
          <p:cNvSpPr txBox="1"/>
          <p:nvPr/>
        </p:nvSpPr>
        <p:spPr>
          <a:xfrm>
            <a:off x="1165348" y="1880350"/>
            <a:ext cx="2937600" cy="521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SzPts val="1900"/>
              <a:buNone/>
            </a:pPr>
            <a:r>
              <a:rPr lang="en" sz="1900">
                <a:solidFill>
                  <a:schemeClr val="lt1"/>
                </a:solidFill>
                <a:latin typeface="Anton"/>
                <a:ea typeface="Anton"/>
                <a:cs typeface="Anton"/>
                <a:sym typeface="Anton"/>
              </a:rPr>
              <a:t>Created Main Dataframes</a:t>
            </a:r>
            <a:endParaRPr sz="1900">
              <a:solidFill>
                <a:schemeClr val="lt1"/>
              </a:solidFill>
              <a:latin typeface="Anton"/>
              <a:ea typeface="Anton"/>
              <a:cs typeface="Anton"/>
              <a:sym typeface="Anton"/>
            </a:endParaRPr>
          </a:p>
        </p:txBody>
      </p:sp>
      <p:sp>
        <p:nvSpPr>
          <p:cNvPr id="1102" name="Google Shape;1102;p60"/>
          <p:cNvSpPr txBox="1"/>
          <p:nvPr/>
        </p:nvSpPr>
        <p:spPr>
          <a:xfrm>
            <a:off x="1165348" y="2894867"/>
            <a:ext cx="2937600" cy="521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lang="en" sz="1900">
                <a:solidFill>
                  <a:schemeClr val="lt1"/>
                </a:solidFill>
                <a:latin typeface="Anton"/>
                <a:ea typeface="Anton"/>
                <a:cs typeface="Anton"/>
                <a:sym typeface="Anton"/>
              </a:rPr>
              <a:t>Created Specialized Dataframes</a:t>
            </a:r>
            <a:endParaRPr sz="1900">
              <a:solidFill>
                <a:schemeClr val="lt1"/>
              </a:solidFill>
              <a:latin typeface="Anton"/>
              <a:ea typeface="Anton"/>
              <a:cs typeface="Anton"/>
              <a:sym typeface="Anton"/>
            </a:endParaRPr>
          </a:p>
        </p:txBody>
      </p:sp>
      <p:sp>
        <p:nvSpPr>
          <p:cNvPr id="1103" name="Google Shape;1103;p60"/>
          <p:cNvSpPr txBox="1"/>
          <p:nvPr/>
        </p:nvSpPr>
        <p:spPr>
          <a:xfrm>
            <a:off x="1165348" y="3947002"/>
            <a:ext cx="2937600" cy="521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lang="en" sz="1900">
                <a:solidFill>
                  <a:schemeClr val="lt1"/>
                </a:solidFill>
                <a:latin typeface="Anton"/>
                <a:ea typeface="Anton"/>
                <a:cs typeface="Anton"/>
                <a:sym typeface="Anton"/>
              </a:rPr>
              <a:t>Added efficiency stats</a:t>
            </a:r>
            <a:endParaRPr sz="1900">
              <a:solidFill>
                <a:schemeClr val="lt1"/>
              </a:solidFill>
              <a:latin typeface="Anton"/>
              <a:ea typeface="Anton"/>
              <a:cs typeface="Anton"/>
              <a:sym typeface="Anton"/>
            </a:endParaRPr>
          </a:p>
        </p:txBody>
      </p:sp>
      <p:sp>
        <p:nvSpPr>
          <p:cNvPr id="1104" name="Google Shape;1104;p60"/>
          <p:cNvSpPr txBox="1"/>
          <p:nvPr/>
        </p:nvSpPr>
        <p:spPr>
          <a:xfrm>
            <a:off x="4102950" y="1604625"/>
            <a:ext cx="3917700" cy="1030200"/>
          </a:xfrm>
          <a:prstGeom prst="rect">
            <a:avLst/>
          </a:prstGeom>
          <a:noFill/>
          <a:ln>
            <a:noFill/>
          </a:ln>
        </p:spPr>
        <p:txBody>
          <a:bodyPr anchorCtr="0" anchor="ctr" bIns="91425" lIns="91425" spcFirstLastPara="1" rIns="91425" wrap="square" tIns="91425">
            <a:noAutofit/>
          </a:bodyPr>
          <a:lstStyle/>
          <a:p>
            <a:pPr indent="-323850" lvl="0" marL="457200" marR="0" rtl="0" algn="l">
              <a:lnSpc>
                <a:spcPct val="115000"/>
              </a:lnSpc>
              <a:spcBef>
                <a:spcPts val="0"/>
              </a:spcBef>
              <a:spcAft>
                <a:spcPts val="0"/>
              </a:spcAft>
              <a:buClr>
                <a:schemeClr val="lt1"/>
              </a:buClr>
              <a:buSzPts val="1500"/>
              <a:buFont typeface="Manrope Medium"/>
              <a:buChar char="●"/>
            </a:pPr>
            <a:r>
              <a:rPr lang="en" sz="1500">
                <a:solidFill>
                  <a:schemeClr val="lt1"/>
                </a:solidFill>
                <a:latin typeface="Manrope Medium"/>
                <a:ea typeface="Manrope Medium"/>
                <a:cs typeface="Manrope Medium"/>
                <a:sym typeface="Manrope Medium"/>
              </a:rPr>
              <a:t>“Stats_2019”  -” Stats_2023” </a:t>
            </a:r>
            <a:endParaRPr sz="1500">
              <a:solidFill>
                <a:schemeClr val="lt1"/>
              </a:solidFill>
              <a:latin typeface="Manrope Medium"/>
              <a:ea typeface="Manrope Medium"/>
              <a:cs typeface="Manrope Medium"/>
              <a:sym typeface="Manrope Medium"/>
            </a:endParaRPr>
          </a:p>
          <a:p>
            <a:pPr indent="-323850" lvl="0" marL="457200" marR="0" rtl="0" algn="l">
              <a:lnSpc>
                <a:spcPct val="115000"/>
              </a:lnSpc>
              <a:spcBef>
                <a:spcPts val="0"/>
              </a:spcBef>
              <a:spcAft>
                <a:spcPts val="0"/>
              </a:spcAft>
              <a:buClr>
                <a:schemeClr val="lt1"/>
              </a:buClr>
              <a:buSzPts val="1500"/>
              <a:buFont typeface="Manrope Medium"/>
              <a:buChar char="●"/>
            </a:pPr>
            <a:r>
              <a:rPr lang="en" sz="1500">
                <a:solidFill>
                  <a:schemeClr val="lt1"/>
                </a:solidFill>
                <a:latin typeface="Manrope Medium"/>
                <a:ea typeface="Manrope Medium"/>
                <a:cs typeface="Manrope Medium"/>
                <a:sym typeface="Manrope Medium"/>
              </a:rPr>
              <a:t>Concatenated to one big dataframe: “stats”</a:t>
            </a:r>
            <a:endParaRPr sz="1500">
              <a:solidFill>
                <a:schemeClr val="lt1"/>
              </a:solidFill>
              <a:latin typeface="Manrope Medium"/>
              <a:ea typeface="Manrope Medium"/>
              <a:cs typeface="Manrope Medium"/>
              <a:sym typeface="Manrope Medium"/>
            </a:endParaRPr>
          </a:p>
        </p:txBody>
      </p:sp>
      <p:sp>
        <p:nvSpPr>
          <p:cNvPr id="1105" name="Google Shape;1105;p60"/>
          <p:cNvSpPr txBox="1"/>
          <p:nvPr/>
        </p:nvSpPr>
        <p:spPr>
          <a:xfrm>
            <a:off x="4102950" y="2648550"/>
            <a:ext cx="3917700" cy="981000"/>
          </a:xfrm>
          <a:prstGeom prst="rect">
            <a:avLst/>
          </a:prstGeom>
          <a:noFill/>
          <a:ln>
            <a:noFill/>
          </a:ln>
        </p:spPr>
        <p:txBody>
          <a:bodyPr anchorCtr="0" anchor="ctr" bIns="91425" lIns="91425" spcFirstLastPara="1" rIns="91425" wrap="square" tIns="91425">
            <a:noAutofit/>
          </a:bodyPr>
          <a:lstStyle/>
          <a:p>
            <a:pPr indent="-323850" lvl="0" marL="457200" marR="0" rtl="0" algn="l">
              <a:lnSpc>
                <a:spcPct val="115000"/>
              </a:lnSpc>
              <a:spcBef>
                <a:spcPts val="0"/>
              </a:spcBef>
              <a:spcAft>
                <a:spcPts val="0"/>
              </a:spcAft>
              <a:buClr>
                <a:schemeClr val="lt1"/>
              </a:buClr>
              <a:buSzPts val="1500"/>
              <a:buFont typeface="Manrope Medium"/>
              <a:buChar char="●"/>
            </a:pPr>
            <a:r>
              <a:rPr lang="en" sz="1500">
                <a:solidFill>
                  <a:schemeClr val="lt1"/>
                </a:solidFill>
                <a:latin typeface="Manrope Medium"/>
                <a:ea typeface="Manrope Medium"/>
                <a:cs typeface="Manrope Medium"/>
                <a:sym typeface="Manrope Medium"/>
              </a:rPr>
              <a:t>Passing dataframes</a:t>
            </a:r>
            <a:endParaRPr sz="1500">
              <a:solidFill>
                <a:schemeClr val="lt1"/>
              </a:solidFill>
              <a:latin typeface="Manrope Medium"/>
              <a:ea typeface="Manrope Medium"/>
              <a:cs typeface="Manrope Medium"/>
              <a:sym typeface="Manrope Medium"/>
            </a:endParaRPr>
          </a:p>
          <a:p>
            <a:pPr indent="-323850" lvl="0" marL="457200" marR="0" rtl="0" algn="l">
              <a:lnSpc>
                <a:spcPct val="115000"/>
              </a:lnSpc>
              <a:spcBef>
                <a:spcPts val="0"/>
              </a:spcBef>
              <a:spcAft>
                <a:spcPts val="0"/>
              </a:spcAft>
              <a:buClr>
                <a:schemeClr val="lt1"/>
              </a:buClr>
              <a:buSzPts val="1500"/>
              <a:buFont typeface="Manrope Medium"/>
              <a:buChar char="●"/>
            </a:pPr>
            <a:r>
              <a:rPr lang="en" sz="1500">
                <a:solidFill>
                  <a:schemeClr val="lt1"/>
                </a:solidFill>
                <a:latin typeface="Manrope Medium"/>
                <a:ea typeface="Manrope Medium"/>
                <a:cs typeface="Manrope Medium"/>
                <a:sym typeface="Manrope Medium"/>
              </a:rPr>
              <a:t>Rushing Dataframes</a:t>
            </a:r>
            <a:endParaRPr sz="1500">
              <a:solidFill>
                <a:schemeClr val="lt1"/>
              </a:solidFill>
              <a:latin typeface="Manrope Medium"/>
              <a:ea typeface="Manrope Medium"/>
              <a:cs typeface="Manrope Medium"/>
              <a:sym typeface="Manrope Medium"/>
            </a:endParaRPr>
          </a:p>
          <a:p>
            <a:pPr indent="0" lvl="0" marL="0" marR="0" rtl="0" algn="l">
              <a:lnSpc>
                <a:spcPct val="115000"/>
              </a:lnSpc>
              <a:spcBef>
                <a:spcPts val="0"/>
              </a:spcBef>
              <a:spcAft>
                <a:spcPts val="0"/>
              </a:spcAft>
              <a:buClr>
                <a:srgbClr val="000000"/>
              </a:buClr>
              <a:buSzPts val="1000"/>
              <a:buFont typeface="Arial"/>
              <a:buNone/>
            </a:pPr>
            <a:r>
              <a:t/>
            </a:r>
            <a:endParaRPr sz="1000">
              <a:solidFill>
                <a:schemeClr val="lt1"/>
              </a:solidFill>
              <a:latin typeface="Manrope Medium"/>
              <a:ea typeface="Manrope Medium"/>
              <a:cs typeface="Manrope Medium"/>
              <a:sym typeface="Manrope Medium"/>
            </a:endParaRPr>
          </a:p>
        </p:txBody>
      </p:sp>
      <p:sp>
        <p:nvSpPr>
          <p:cNvPr id="1106" name="Google Shape;1106;p60"/>
          <p:cNvSpPr txBox="1"/>
          <p:nvPr/>
        </p:nvSpPr>
        <p:spPr>
          <a:xfrm>
            <a:off x="4102950" y="3643275"/>
            <a:ext cx="4262700" cy="1048800"/>
          </a:xfrm>
          <a:prstGeom prst="rect">
            <a:avLst/>
          </a:prstGeom>
          <a:noFill/>
          <a:ln>
            <a:noFill/>
          </a:ln>
        </p:spPr>
        <p:txBody>
          <a:bodyPr anchorCtr="0" anchor="ctr" bIns="91425" lIns="91425" spcFirstLastPara="1" rIns="91425" wrap="square" tIns="91425">
            <a:noAutofit/>
          </a:bodyPr>
          <a:lstStyle/>
          <a:p>
            <a:pPr indent="-323850" lvl="0" marL="457200" rtl="0" algn="l">
              <a:lnSpc>
                <a:spcPct val="115000"/>
              </a:lnSpc>
              <a:spcBef>
                <a:spcPts val="0"/>
              </a:spcBef>
              <a:spcAft>
                <a:spcPts val="0"/>
              </a:spcAft>
              <a:buClr>
                <a:schemeClr val="lt1"/>
              </a:buClr>
              <a:buSzPts val="1500"/>
              <a:buFont typeface="Manrope Medium"/>
              <a:buChar char="●"/>
            </a:pPr>
            <a:r>
              <a:rPr lang="en" sz="1500">
                <a:solidFill>
                  <a:schemeClr val="lt1"/>
                </a:solidFill>
                <a:latin typeface="Manrope Medium"/>
                <a:ea typeface="Manrope Medium"/>
                <a:cs typeface="Manrope Medium"/>
                <a:sym typeface="Manrope Medium"/>
              </a:rPr>
              <a:t>Added column ‘rush_avg’ </a:t>
            </a:r>
            <a:endParaRPr sz="1500">
              <a:solidFill>
                <a:schemeClr val="lt1"/>
              </a:solidFill>
              <a:latin typeface="Manrope Medium"/>
              <a:ea typeface="Manrope Medium"/>
              <a:cs typeface="Manrope Medium"/>
              <a:sym typeface="Manrope Medium"/>
            </a:endParaRPr>
          </a:p>
          <a:p>
            <a:pPr indent="-323850" lvl="0" marL="457200" rtl="0" algn="l">
              <a:lnSpc>
                <a:spcPct val="115000"/>
              </a:lnSpc>
              <a:spcBef>
                <a:spcPts val="0"/>
              </a:spcBef>
              <a:spcAft>
                <a:spcPts val="0"/>
              </a:spcAft>
              <a:buClr>
                <a:schemeClr val="lt1"/>
              </a:buClr>
              <a:buSzPts val="1500"/>
              <a:buFont typeface="Manrope Medium"/>
              <a:buChar char="●"/>
            </a:pPr>
            <a:r>
              <a:rPr lang="en" sz="1500">
                <a:solidFill>
                  <a:schemeClr val="lt1"/>
                </a:solidFill>
                <a:latin typeface="Manrope Medium"/>
                <a:ea typeface="Manrope Medium"/>
                <a:cs typeface="Manrope Medium"/>
                <a:sym typeface="Manrope Medium"/>
              </a:rPr>
              <a:t>Added column ‘pass_avg’</a:t>
            </a:r>
            <a:endParaRPr sz="1500">
              <a:solidFill>
                <a:schemeClr val="lt1"/>
              </a:solidFill>
              <a:latin typeface="Manrope Medium"/>
              <a:ea typeface="Manrope Medium"/>
              <a:cs typeface="Manrope Medium"/>
              <a:sym typeface="Manrope Medium"/>
            </a:endParaRPr>
          </a:p>
          <a:p>
            <a:pPr indent="-323850" lvl="0" marL="457200" rtl="0" algn="l">
              <a:lnSpc>
                <a:spcPct val="115000"/>
              </a:lnSpc>
              <a:spcBef>
                <a:spcPts val="0"/>
              </a:spcBef>
              <a:spcAft>
                <a:spcPts val="0"/>
              </a:spcAft>
              <a:buClr>
                <a:schemeClr val="lt1"/>
              </a:buClr>
              <a:buSzPts val="1500"/>
              <a:buFont typeface="Manrope Medium"/>
              <a:buChar char="●"/>
            </a:pPr>
            <a:r>
              <a:rPr lang="en" sz="1500">
                <a:solidFill>
                  <a:schemeClr val="lt1"/>
                </a:solidFill>
                <a:latin typeface="Manrope Medium"/>
                <a:ea typeface="Manrope Medium"/>
                <a:cs typeface="Manrope Medium"/>
                <a:sym typeface="Manrope Medium"/>
              </a:rPr>
              <a:t>Added column ‘rush_success’</a:t>
            </a:r>
            <a:endParaRPr sz="1500">
              <a:solidFill>
                <a:schemeClr val="lt1"/>
              </a:solidFill>
              <a:latin typeface="Manrope Medium"/>
              <a:ea typeface="Manrope Medium"/>
              <a:cs typeface="Manrope Medium"/>
              <a:sym typeface="Manrope Medium"/>
            </a:endParaRPr>
          </a:p>
        </p:txBody>
      </p:sp>
      <p:sp>
        <p:nvSpPr>
          <p:cNvPr id="1107" name="Google Shape;1107;p60"/>
          <p:cNvSpPr txBox="1"/>
          <p:nvPr/>
        </p:nvSpPr>
        <p:spPr>
          <a:xfrm>
            <a:off x="603000" y="1883300"/>
            <a:ext cx="472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80000"/>
              </a:lnSpc>
              <a:spcBef>
                <a:spcPts val="0"/>
              </a:spcBef>
              <a:spcAft>
                <a:spcPts val="0"/>
              </a:spcAft>
              <a:buClr>
                <a:srgbClr val="000000"/>
              </a:buClr>
              <a:buSzPts val="1800"/>
              <a:buFont typeface="Arial"/>
              <a:buNone/>
            </a:pPr>
            <a:r>
              <a:rPr lang="en" sz="1800">
                <a:solidFill>
                  <a:schemeClr val="lt1"/>
                </a:solidFill>
                <a:latin typeface="Manrope Medium"/>
                <a:ea typeface="Manrope Medium"/>
                <a:cs typeface="Manrope Medium"/>
                <a:sym typeface="Manrope Medium"/>
              </a:rPr>
              <a:t>01. </a:t>
            </a:r>
            <a:endParaRPr sz="1800">
              <a:solidFill>
                <a:schemeClr val="lt1"/>
              </a:solidFill>
              <a:latin typeface="Manrope Medium"/>
              <a:ea typeface="Manrope Medium"/>
              <a:cs typeface="Manrope Medium"/>
              <a:sym typeface="Manrope Medium"/>
            </a:endParaRPr>
          </a:p>
        </p:txBody>
      </p:sp>
      <p:sp>
        <p:nvSpPr>
          <p:cNvPr id="1108" name="Google Shape;1108;p60"/>
          <p:cNvSpPr txBox="1"/>
          <p:nvPr>
            <p:ph type="title"/>
          </p:nvPr>
        </p:nvSpPr>
        <p:spPr>
          <a:xfrm>
            <a:off x="513300" y="459075"/>
            <a:ext cx="4436400" cy="10158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1400"/>
              <a:buNone/>
            </a:pPr>
            <a:r>
              <a:rPr lang="en"/>
              <a:t>Data &amp; Wrangling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pic>
        <p:nvPicPr>
          <p:cNvPr id="1113" name="Google Shape;1113;p61"/>
          <p:cNvPicPr preferRelativeResize="0"/>
          <p:nvPr/>
        </p:nvPicPr>
        <p:blipFill rotWithShape="1">
          <a:blip r:embed="rId3">
            <a:alphaModFix/>
          </a:blip>
          <a:srcRect b="13450" l="0" r="0" t="-13450"/>
          <a:stretch/>
        </p:blipFill>
        <p:spPr>
          <a:xfrm>
            <a:off x="7057174" y="2676831"/>
            <a:ext cx="1789700" cy="2234900"/>
          </a:xfrm>
          <a:prstGeom prst="rect">
            <a:avLst/>
          </a:prstGeom>
          <a:noFill/>
          <a:ln>
            <a:noFill/>
          </a:ln>
        </p:spPr>
      </p:pic>
      <p:sp>
        <p:nvSpPr>
          <p:cNvPr id="1114" name="Google Shape;1114;p61"/>
          <p:cNvSpPr txBox="1"/>
          <p:nvPr>
            <p:ph type="title"/>
          </p:nvPr>
        </p:nvSpPr>
        <p:spPr>
          <a:xfrm rot="-174">
            <a:off x="1658475" y="185094"/>
            <a:ext cx="5922300" cy="7209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000000"/>
              </a:buClr>
              <a:buSzPts val="900"/>
              <a:buFont typeface="Arial"/>
              <a:buNone/>
            </a:pPr>
            <a:r>
              <a:rPr lang="en"/>
              <a:t>PART 1A: League RUSHING </a:t>
            </a:r>
            <a:endParaRPr/>
          </a:p>
        </p:txBody>
      </p:sp>
      <p:sp>
        <p:nvSpPr>
          <p:cNvPr id="1115" name="Google Shape;1115;p61"/>
          <p:cNvSpPr txBox="1"/>
          <p:nvPr/>
        </p:nvSpPr>
        <p:spPr>
          <a:xfrm>
            <a:off x="5145850" y="1043850"/>
            <a:ext cx="3986400" cy="3055800"/>
          </a:xfrm>
          <a:prstGeom prst="rect">
            <a:avLst/>
          </a:prstGeom>
          <a:noFill/>
          <a:ln>
            <a:noFill/>
          </a:ln>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Clr>
                <a:schemeClr val="lt1"/>
              </a:buClr>
              <a:buSzPts val="1900"/>
              <a:buFont typeface="Manrope"/>
              <a:buChar char="●"/>
            </a:pPr>
            <a:r>
              <a:rPr lang="en" sz="1900">
                <a:solidFill>
                  <a:schemeClr val="lt1"/>
                </a:solidFill>
                <a:latin typeface="Manrope"/>
                <a:ea typeface="Manrope"/>
                <a:cs typeface="Manrope"/>
                <a:sym typeface="Manrope"/>
              </a:rPr>
              <a:t>The distributions across each season are extremely similar</a:t>
            </a:r>
            <a:endParaRPr sz="1900">
              <a:solidFill>
                <a:schemeClr val="lt1"/>
              </a:solidFill>
              <a:latin typeface="Manrope"/>
              <a:ea typeface="Manrope"/>
              <a:cs typeface="Manrope"/>
              <a:sym typeface="Manrope"/>
            </a:endParaRPr>
          </a:p>
          <a:p>
            <a:pPr indent="-349250" lvl="0" marL="457200" rtl="0" algn="l">
              <a:lnSpc>
                <a:spcPct val="150000"/>
              </a:lnSpc>
              <a:spcBef>
                <a:spcPts val="0"/>
              </a:spcBef>
              <a:spcAft>
                <a:spcPts val="0"/>
              </a:spcAft>
              <a:buClr>
                <a:schemeClr val="lt1"/>
              </a:buClr>
              <a:buSzPts val="1900"/>
              <a:buFont typeface="Manrope"/>
              <a:buChar char="●"/>
            </a:pPr>
            <a:r>
              <a:rPr lang="en" sz="1900">
                <a:solidFill>
                  <a:schemeClr val="lt1"/>
                </a:solidFill>
                <a:latin typeface="Manrope"/>
                <a:ea typeface="Manrope"/>
                <a:cs typeface="Manrope"/>
                <a:sym typeface="Manrope"/>
              </a:rPr>
              <a:t>Extreme data overlap</a:t>
            </a:r>
            <a:endParaRPr sz="1900">
              <a:solidFill>
                <a:schemeClr val="lt1"/>
              </a:solidFill>
              <a:latin typeface="Manrope"/>
              <a:ea typeface="Manrope"/>
              <a:cs typeface="Manrope"/>
              <a:sym typeface="Manrope"/>
            </a:endParaRPr>
          </a:p>
          <a:p>
            <a:pPr indent="-349250" lvl="0" marL="457200" rtl="0" algn="l">
              <a:lnSpc>
                <a:spcPct val="150000"/>
              </a:lnSpc>
              <a:spcBef>
                <a:spcPts val="0"/>
              </a:spcBef>
              <a:spcAft>
                <a:spcPts val="0"/>
              </a:spcAft>
              <a:buClr>
                <a:schemeClr val="lt1"/>
              </a:buClr>
              <a:buSzPts val="1900"/>
              <a:buFont typeface="Manrope"/>
              <a:buChar char="●"/>
            </a:pPr>
            <a:r>
              <a:rPr lang="en" sz="1900">
                <a:solidFill>
                  <a:schemeClr val="lt1"/>
                </a:solidFill>
                <a:latin typeface="Manrope"/>
                <a:ea typeface="Manrope"/>
                <a:cs typeface="Manrope"/>
                <a:sym typeface="Manrope"/>
              </a:rPr>
              <a:t>Very little  </a:t>
            </a:r>
            <a:r>
              <a:rPr lang="en" sz="1900">
                <a:solidFill>
                  <a:schemeClr val="lt1"/>
                </a:solidFill>
                <a:latin typeface="Manrope"/>
                <a:ea typeface="Manrope"/>
                <a:cs typeface="Manrope"/>
                <a:sym typeface="Manrope"/>
              </a:rPr>
              <a:t>league-wide </a:t>
            </a:r>
            <a:r>
              <a:rPr lang="en" sz="1900">
                <a:solidFill>
                  <a:schemeClr val="lt1"/>
                </a:solidFill>
                <a:latin typeface="Manrope"/>
                <a:ea typeface="Manrope"/>
                <a:cs typeface="Manrope"/>
                <a:sym typeface="Manrope"/>
              </a:rPr>
              <a:t>variation.</a:t>
            </a:r>
            <a:endParaRPr sz="1900">
              <a:solidFill>
                <a:schemeClr val="lt1"/>
              </a:solidFill>
              <a:latin typeface="Manrope"/>
              <a:ea typeface="Manrope"/>
              <a:cs typeface="Manrope"/>
              <a:sym typeface="Manrope"/>
            </a:endParaRPr>
          </a:p>
        </p:txBody>
      </p:sp>
      <p:pic>
        <p:nvPicPr>
          <p:cNvPr id="1116" name="Google Shape;1116;p61"/>
          <p:cNvPicPr preferRelativeResize="0"/>
          <p:nvPr/>
        </p:nvPicPr>
        <p:blipFill>
          <a:blip r:embed="rId4">
            <a:alphaModFix/>
          </a:blip>
          <a:stretch>
            <a:fillRect/>
          </a:stretch>
        </p:blipFill>
        <p:spPr>
          <a:xfrm>
            <a:off x="826950" y="1147050"/>
            <a:ext cx="4318900" cy="34415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62"/>
          <p:cNvSpPr txBox="1"/>
          <p:nvPr>
            <p:ph type="title"/>
          </p:nvPr>
        </p:nvSpPr>
        <p:spPr>
          <a:xfrm rot="-174">
            <a:off x="1658475" y="185094"/>
            <a:ext cx="5922300" cy="7209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000000"/>
              </a:buClr>
              <a:buSzPts val="900"/>
              <a:buFont typeface="Arial"/>
              <a:buNone/>
            </a:pPr>
            <a:r>
              <a:rPr lang="en"/>
              <a:t>PART 1A: League RUSHING </a:t>
            </a:r>
            <a:endParaRPr/>
          </a:p>
        </p:txBody>
      </p:sp>
      <p:sp>
        <p:nvSpPr>
          <p:cNvPr id="1122" name="Google Shape;1122;p62"/>
          <p:cNvSpPr txBox="1"/>
          <p:nvPr/>
        </p:nvSpPr>
        <p:spPr>
          <a:xfrm>
            <a:off x="751575" y="3526200"/>
            <a:ext cx="6734100" cy="16173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lt1"/>
              </a:buClr>
              <a:buSzPts val="1900"/>
              <a:buFont typeface="Manrope"/>
              <a:buChar char="●"/>
            </a:pPr>
            <a:r>
              <a:rPr lang="en" sz="1900">
                <a:solidFill>
                  <a:schemeClr val="lt1"/>
                </a:solidFill>
                <a:latin typeface="Manrope"/>
                <a:ea typeface="Manrope"/>
                <a:cs typeface="Manrope"/>
                <a:sym typeface="Manrope"/>
              </a:rPr>
              <a:t>Each season has an R² of around .60, ranging from .57 to .62. </a:t>
            </a:r>
            <a:endParaRPr sz="1900">
              <a:solidFill>
                <a:schemeClr val="lt1"/>
              </a:solidFill>
              <a:latin typeface="Manrope"/>
              <a:ea typeface="Manrope"/>
              <a:cs typeface="Manrope"/>
              <a:sym typeface="Manrope"/>
            </a:endParaRPr>
          </a:p>
          <a:p>
            <a:pPr indent="-349250" lvl="0" marL="457200" rtl="0" algn="l">
              <a:spcBef>
                <a:spcPts val="0"/>
              </a:spcBef>
              <a:spcAft>
                <a:spcPts val="0"/>
              </a:spcAft>
              <a:buClr>
                <a:schemeClr val="lt1"/>
              </a:buClr>
              <a:buSzPts val="1900"/>
              <a:buFont typeface="Manrope"/>
              <a:buChar char="●"/>
            </a:pPr>
            <a:r>
              <a:rPr lang="en" sz="1900">
                <a:solidFill>
                  <a:schemeClr val="lt1"/>
                </a:solidFill>
                <a:latin typeface="Manrope"/>
                <a:ea typeface="Manrope"/>
                <a:cs typeface="Manrope"/>
                <a:sym typeface="Manrope"/>
              </a:rPr>
              <a:t> Each season had an average of about 5.3 -5.4 yards per attempt.</a:t>
            </a:r>
            <a:endParaRPr sz="1900">
              <a:solidFill>
                <a:schemeClr val="lt1"/>
              </a:solidFill>
              <a:latin typeface="Manrope"/>
              <a:ea typeface="Manrope"/>
              <a:cs typeface="Manrope"/>
              <a:sym typeface="Manrope"/>
            </a:endParaRPr>
          </a:p>
        </p:txBody>
      </p:sp>
      <p:pic>
        <p:nvPicPr>
          <p:cNvPr id="1123" name="Google Shape;1123;p62"/>
          <p:cNvPicPr preferRelativeResize="0"/>
          <p:nvPr/>
        </p:nvPicPr>
        <p:blipFill>
          <a:blip r:embed="rId3">
            <a:alphaModFix/>
          </a:blip>
          <a:stretch>
            <a:fillRect/>
          </a:stretch>
        </p:blipFill>
        <p:spPr>
          <a:xfrm>
            <a:off x="936250" y="1026750"/>
            <a:ext cx="2827813" cy="2311775"/>
          </a:xfrm>
          <a:prstGeom prst="rect">
            <a:avLst/>
          </a:prstGeom>
          <a:noFill/>
          <a:ln>
            <a:noFill/>
          </a:ln>
        </p:spPr>
      </p:pic>
      <p:pic>
        <p:nvPicPr>
          <p:cNvPr id="1124" name="Google Shape;1124;p62"/>
          <p:cNvPicPr preferRelativeResize="0"/>
          <p:nvPr/>
        </p:nvPicPr>
        <p:blipFill>
          <a:blip r:embed="rId4">
            <a:alphaModFix/>
          </a:blip>
          <a:stretch>
            <a:fillRect/>
          </a:stretch>
        </p:blipFill>
        <p:spPr>
          <a:xfrm>
            <a:off x="4350675" y="1026750"/>
            <a:ext cx="2698824" cy="2581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p63"/>
          <p:cNvSpPr txBox="1"/>
          <p:nvPr>
            <p:ph type="title"/>
          </p:nvPr>
        </p:nvSpPr>
        <p:spPr>
          <a:xfrm rot="-185">
            <a:off x="1739775" y="84925"/>
            <a:ext cx="5569200" cy="5577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000000"/>
              </a:buClr>
              <a:buSzPts val="900"/>
              <a:buFont typeface="Arial"/>
              <a:buNone/>
            </a:pPr>
            <a:r>
              <a:rPr lang="en"/>
              <a:t>PART 1B: Team RUSHING </a:t>
            </a:r>
            <a:endParaRPr/>
          </a:p>
        </p:txBody>
      </p:sp>
      <p:pic>
        <p:nvPicPr>
          <p:cNvPr id="1130" name="Google Shape;1130;p63"/>
          <p:cNvPicPr preferRelativeResize="0"/>
          <p:nvPr/>
        </p:nvPicPr>
        <p:blipFill>
          <a:blip r:embed="rId3">
            <a:alphaModFix/>
          </a:blip>
          <a:stretch>
            <a:fillRect/>
          </a:stretch>
        </p:blipFill>
        <p:spPr>
          <a:xfrm>
            <a:off x="48700" y="642775"/>
            <a:ext cx="4343400" cy="2935400"/>
          </a:xfrm>
          <a:prstGeom prst="rect">
            <a:avLst/>
          </a:prstGeom>
          <a:noFill/>
          <a:ln>
            <a:noFill/>
          </a:ln>
        </p:spPr>
      </p:pic>
      <p:pic>
        <p:nvPicPr>
          <p:cNvPr id="1131" name="Google Shape;1131;p63"/>
          <p:cNvPicPr preferRelativeResize="0"/>
          <p:nvPr/>
        </p:nvPicPr>
        <p:blipFill>
          <a:blip r:embed="rId4">
            <a:alphaModFix/>
          </a:blip>
          <a:stretch>
            <a:fillRect/>
          </a:stretch>
        </p:blipFill>
        <p:spPr>
          <a:xfrm>
            <a:off x="4537075" y="642775"/>
            <a:ext cx="4343400" cy="3002200"/>
          </a:xfrm>
          <a:prstGeom prst="rect">
            <a:avLst/>
          </a:prstGeom>
          <a:noFill/>
          <a:ln>
            <a:noFill/>
          </a:ln>
        </p:spPr>
      </p:pic>
      <p:sp>
        <p:nvSpPr>
          <p:cNvPr id="1132" name="Google Shape;1132;p63"/>
          <p:cNvSpPr txBox="1"/>
          <p:nvPr/>
        </p:nvSpPr>
        <p:spPr>
          <a:xfrm>
            <a:off x="468175" y="3644975"/>
            <a:ext cx="8412300" cy="2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Manrope"/>
                <a:ea typeface="Manrope"/>
                <a:cs typeface="Manrope"/>
                <a:sym typeface="Manrope"/>
              </a:rPr>
              <a:t>Some notable teams include:</a:t>
            </a:r>
            <a:endParaRPr sz="1200">
              <a:solidFill>
                <a:schemeClr val="lt1"/>
              </a:solidFill>
              <a:latin typeface="Manrope"/>
              <a:ea typeface="Manrope"/>
              <a:cs typeface="Manrope"/>
              <a:sym typeface="Manrope"/>
            </a:endParaRPr>
          </a:p>
          <a:p>
            <a:pPr indent="0" lvl="0" marL="0" rtl="0" algn="l">
              <a:spcBef>
                <a:spcPts val="0"/>
              </a:spcBef>
              <a:spcAft>
                <a:spcPts val="0"/>
              </a:spcAft>
              <a:buNone/>
            </a:pPr>
            <a:r>
              <a:rPr lang="en" sz="1200">
                <a:solidFill>
                  <a:schemeClr val="lt1"/>
                </a:solidFill>
                <a:latin typeface="Manrope"/>
                <a:ea typeface="Manrope"/>
                <a:cs typeface="Manrope"/>
                <a:sym typeface="Manrope"/>
              </a:rPr>
              <a:t>- T</a:t>
            </a:r>
            <a:r>
              <a:rPr lang="en" sz="1200">
                <a:solidFill>
                  <a:schemeClr val="lt1"/>
                </a:solidFill>
                <a:latin typeface="Manrope"/>
                <a:ea typeface="Manrope"/>
                <a:cs typeface="Manrope"/>
                <a:sym typeface="Manrope"/>
              </a:rPr>
              <a:t>he Ravens are always in the top five and are the #1 rushing team 3 out of the five years.</a:t>
            </a:r>
            <a:endParaRPr sz="1200">
              <a:solidFill>
                <a:schemeClr val="lt1"/>
              </a:solidFill>
              <a:latin typeface="Manrope"/>
              <a:ea typeface="Manrope"/>
              <a:cs typeface="Manrope"/>
              <a:sym typeface="Manrope"/>
            </a:endParaRPr>
          </a:p>
          <a:p>
            <a:pPr indent="0" lvl="0" marL="0" rtl="0" algn="l">
              <a:spcBef>
                <a:spcPts val="0"/>
              </a:spcBef>
              <a:spcAft>
                <a:spcPts val="0"/>
              </a:spcAft>
              <a:buNone/>
            </a:pPr>
            <a:r>
              <a:rPr lang="en" sz="1200">
                <a:solidFill>
                  <a:schemeClr val="lt1"/>
                </a:solidFill>
                <a:latin typeface="Manrope"/>
                <a:ea typeface="Manrope"/>
                <a:cs typeface="Manrope"/>
                <a:sym typeface="Manrope"/>
              </a:rPr>
              <a:t>- The Titans, were top 3 in total rushing yards from 2019 to 2021, but were </a:t>
            </a:r>
            <a:r>
              <a:rPr lang="en" sz="1200">
                <a:solidFill>
                  <a:schemeClr val="lt1"/>
                </a:solidFill>
                <a:latin typeface="Manrope"/>
                <a:ea typeface="Manrope"/>
                <a:cs typeface="Manrope"/>
                <a:sym typeface="Manrope"/>
              </a:rPr>
              <a:t>league</a:t>
            </a:r>
            <a:r>
              <a:rPr lang="en" sz="1200">
                <a:solidFill>
                  <a:schemeClr val="lt1"/>
                </a:solidFill>
                <a:latin typeface="Manrope"/>
                <a:ea typeface="Manrope"/>
                <a:cs typeface="Manrope"/>
                <a:sym typeface="Manrope"/>
              </a:rPr>
              <a:t> </a:t>
            </a:r>
            <a:r>
              <a:rPr lang="en" sz="1200">
                <a:solidFill>
                  <a:schemeClr val="lt1"/>
                </a:solidFill>
                <a:latin typeface="Manrope"/>
                <a:ea typeface="Manrope"/>
                <a:cs typeface="Manrope"/>
                <a:sym typeface="Manrope"/>
              </a:rPr>
              <a:t>average</a:t>
            </a:r>
            <a:r>
              <a:rPr lang="en" sz="1200">
                <a:solidFill>
                  <a:schemeClr val="lt1"/>
                </a:solidFill>
                <a:latin typeface="Manrope"/>
                <a:ea typeface="Manrope"/>
                <a:cs typeface="Manrope"/>
                <a:sym typeface="Manrope"/>
              </a:rPr>
              <a:t> in 2022 and 23. </a:t>
            </a:r>
            <a:endParaRPr sz="1200">
              <a:solidFill>
                <a:schemeClr val="lt1"/>
              </a:solidFill>
              <a:latin typeface="Manrope"/>
              <a:ea typeface="Manrope"/>
              <a:cs typeface="Manrope"/>
              <a:sym typeface="Manrope"/>
            </a:endParaRPr>
          </a:p>
          <a:p>
            <a:pPr indent="0" lvl="0" marL="0" rtl="0" algn="l">
              <a:spcBef>
                <a:spcPts val="0"/>
              </a:spcBef>
              <a:spcAft>
                <a:spcPts val="0"/>
              </a:spcAft>
              <a:buNone/>
            </a:pPr>
            <a:r>
              <a:rPr lang="en" sz="1200">
                <a:solidFill>
                  <a:schemeClr val="lt1"/>
                </a:solidFill>
                <a:latin typeface="Manrope"/>
                <a:ea typeface="Manrope"/>
                <a:cs typeface="Manrope"/>
                <a:sym typeface="Manrope"/>
              </a:rPr>
              <a:t> - The 49ers, ranked in the top 5 for 4 out of the 5 seasons.</a:t>
            </a:r>
            <a:endParaRPr sz="1200">
              <a:solidFill>
                <a:schemeClr val="lt1"/>
              </a:solidFill>
              <a:latin typeface="Manrope"/>
              <a:ea typeface="Manrope"/>
              <a:cs typeface="Manrope"/>
              <a:sym typeface="Manrope"/>
            </a:endParaRPr>
          </a:p>
          <a:p>
            <a:pPr indent="0" lvl="0" marL="0" rtl="0" algn="l">
              <a:spcBef>
                <a:spcPts val="0"/>
              </a:spcBef>
              <a:spcAft>
                <a:spcPts val="0"/>
              </a:spcAft>
              <a:buNone/>
            </a:pPr>
            <a:r>
              <a:rPr lang="en" sz="1200">
                <a:solidFill>
                  <a:schemeClr val="lt1"/>
                </a:solidFill>
                <a:latin typeface="Manrope"/>
                <a:ea typeface="Manrope"/>
                <a:cs typeface="Manrope"/>
                <a:sym typeface="Manrope"/>
              </a:rPr>
              <a:t> - The Eagles are consistently top ten, while the Buccaneers are consistently bottom ten, despite both teams winning a Super Bowl in this era.</a:t>
            </a:r>
            <a:endParaRPr sz="1200">
              <a:solidFill>
                <a:schemeClr val="lt1"/>
              </a:solidFill>
              <a:latin typeface="Manrope"/>
              <a:ea typeface="Manrope"/>
              <a:cs typeface="Manrope"/>
              <a:sym typeface="Manrop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p64"/>
          <p:cNvSpPr txBox="1"/>
          <p:nvPr>
            <p:ph type="title"/>
          </p:nvPr>
        </p:nvSpPr>
        <p:spPr>
          <a:xfrm rot="-185">
            <a:off x="1739775" y="84925"/>
            <a:ext cx="5569200" cy="5577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000000"/>
              </a:buClr>
              <a:buSzPts val="900"/>
              <a:buFont typeface="Arial"/>
              <a:buNone/>
            </a:pPr>
            <a:r>
              <a:rPr lang="en"/>
              <a:t>PART 1B: Team RUSHING </a:t>
            </a:r>
            <a:endParaRPr/>
          </a:p>
        </p:txBody>
      </p:sp>
      <p:sp>
        <p:nvSpPr>
          <p:cNvPr id="1138" name="Google Shape;1138;p64"/>
          <p:cNvSpPr txBox="1"/>
          <p:nvPr/>
        </p:nvSpPr>
        <p:spPr>
          <a:xfrm>
            <a:off x="468175" y="3644975"/>
            <a:ext cx="8412300" cy="2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Manrope"/>
                <a:ea typeface="Manrope"/>
                <a:cs typeface="Manrope"/>
                <a:sym typeface="Manrope"/>
              </a:rPr>
              <a:t>- The Ravens, who I said before was undoubtedly the best rushing team in this time period, had by far the best rushing success in 2019 and 2020 as expected, but they were outside of the top three in 2023, despite leading the league in total rushing yards. </a:t>
            </a:r>
            <a:endParaRPr sz="1200">
              <a:solidFill>
                <a:schemeClr val="lt1"/>
              </a:solidFill>
              <a:latin typeface="Manrope"/>
              <a:ea typeface="Manrope"/>
              <a:cs typeface="Manrope"/>
              <a:sym typeface="Manrope"/>
            </a:endParaRPr>
          </a:p>
          <a:p>
            <a:pPr indent="0" lvl="0" marL="0" rtl="0" algn="l">
              <a:spcBef>
                <a:spcPts val="0"/>
              </a:spcBef>
              <a:spcAft>
                <a:spcPts val="0"/>
              </a:spcAft>
              <a:buNone/>
            </a:pPr>
            <a:r>
              <a:rPr lang="en" sz="1200">
                <a:solidFill>
                  <a:schemeClr val="lt1"/>
                </a:solidFill>
                <a:latin typeface="Manrope"/>
                <a:ea typeface="Manrope"/>
                <a:cs typeface="Manrope"/>
                <a:sym typeface="Manrope"/>
              </a:rPr>
              <a:t>- The Buccaneers, who I mentioned were bottom 10 in total rushing yards in each of the 5 seasons, actually were league average in rushing success in 2021, before </a:t>
            </a:r>
            <a:r>
              <a:rPr lang="en" sz="1200">
                <a:solidFill>
                  <a:schemeClr val="lt1"/>
                </a:solidFill>
                <a:latin typeface="Manrope"/>
                <a:ea typeface="Manrope"/>
                <a:cs typeface="Manrope"/>
                <a:sym typeface="Manrope"/>
              </a:rPr>
              <a:t>plummeting</a:t>
            </a:r>
            <a:r>
              <a:rPr lang="en" sz="1200">
                <a:solidFill>
                  <a:schemeClr val="lt1"/>
                </a:solidFill>
                <a:latin typeface="Manrope"/>
                <a:ea typeface="Manrope"/>
                <a:cs typeface="Manrope"/>
                <a:sym typeface="Manrope"/>
              </a:rPr>
              <a:t> to the worst rushing team in the league the following season. </a:t>
            </a:r>
            <a:endParaRPr sz="1200">
              <a:solidFill>
                <a:schemeClr val="lt1"/>
              </a:solidFill>
              <a:latin typeface="Manrope"/>
              <a:ea typeface="Manrope"/>
              <a:cs typeface="Manrope"/>
              <a:sym typeface="Manrope"/>
            </a:endParaRPr>
          </a:p>
        </p:txBody>
      </p:sp>
      <p:pic>
        <p:nvPicPr>
          <p:cNvPr id="1139" name="Google Shape;1139;p64"/>
          <p:cNvPicPr preferRelativeResize="0"/>
          <p:nvPr/>
        </p:nvPicPr>
        <p:blipFill>
          <a:blip r:embed="rId3">
            <a:alphaModFix/>
          </a:blip>
          <a:stretch>
            <a:fillRect/>
          </a:stretch>
        </p:blipFill>
        <p:spPr>
          <a:xfrm>
            <a:off x="417900" y="642775"/>
            <a:ext cx="4201731" cy="3002200"/>
          </a:xfrm>
          <a:prstGeom prst="rect">
            <a:avLst/>
          </a:prstGeom>
          <a:noFill/>
          <a:ln>
            <a:noFill/>
          </a:ln>
        </p:spPr>
      </p:pic>
      <p:pic>
        <p:nvPicPr>
          <p:cNvPr id="1140" name="Google Shape;1140;p64"/>
          <p:cNvPicPr preferRelativeResize="0"/>
          <p:nvPr/>
        </p:nvPicPr>
        <p:blipFill>
          <a:blip r:embed="rId4">
            <a:alphaModFix/>
          </a:blip>
          <a:stretch>
            <a:fillRect/>
          </a:stretch>
        </p:blipFill>
        <p:spPr>
          <a:xfrm>
            <a:off x="4701587" y="642775"/>
            <a:ext cx="4201725" cy="300219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65"/>
          <p:cNvSpPr txBox="1"/>
          <p:nvPr>
            <p:ph type="title"/>
          </p:nvPr>
        </p:nvSpPr>
        <p:spPr>
          <a:xfrm rot="-174">
            <a:off x="1658475" y="185094"/>
            <a:ext cx="5922300" cy="7209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000000"/>
              </a:buClr>
              <a:buSzPts val="900"/>
              <a:buFont typeface="Arial"/>
              <a:buNone/>
            </a:pPr>
            <a:r>
              <a:rPr lang="en"/>
              <a:t>PART 2A: League PASSING </a:t>
            </a:r>
            <a:endParaRPr/>
          </a:p>
        </p:txBody>
      </p:sp>
      <p:pic>
        <p:nvPicPr>
          <p:cNvPr id="1146" name="Google Shape;1146;p65"/>
          <p:cNvPicPr preferRelativeResize="0"/>
          <p:nvPr/>
        </p:nvPicPr>
        <p:blipFill>
          <a:blip r:embed="rId3">
            <a:alphaModFix/>
          </a:blip>
          <a:stretch>
            <a:fillRect/>
          </a:stretch>
        </p:blipFill>
        <p:spPr>
          <a:xfrm>
            <a:off x="557598" y="1157299"/>
            <a:ext cx="5844051" cy="3434001"/>
          </a:xfrm>
          <a:prstGeom prst="rect">
            <a:avLst/>
          </a:prstGeom>
          <a:noFill/>
          <a:ln>
            <a:noFill/>
          </a:ln>
        </p:spPr>
      </p:pic>
      <p:pic>
        <p:nvPicPr>
          <p:cNvPr id="1147" name="Google Shape;1147;p65"/>
          <p:cNvPicPr preferRelativeResize="0"/>
          <p:nvPr/>
        </p:nvPicPr>
        <p:blipFill>
          <a:blip r:embed="rId4">
            <a:alphaModFix/>
          </a:blip>
          <a:stretch>
            <a:fillRect/>
          </a:stretch>
        </p:blipFill>
        <p:spPr>
          <a:xfrm>
            <a:off x="6468663" y="2002763"/>
            <a:ext cx="2619375" cy="1743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66"/>
          <p:cNvSpPr txBox="1"/>
          <p:nvPr>
            <p:ph type="title"/>
          </p:nvPr>
        </p:nvSpPr>
        <p:spPr>
          <a:xfrm rot="-174">
            <a:off x="1658475" y="185094"/>
            <a:ext cx="5922300" cy="7209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000000"/>
              </a:buClr>
              <a:buSzPts val="900"/>
              <a:buFont typeface="Arial"/>
              <a:buNone/>
            </a:pPr>
            <a:r>
              <a:rPr lang="en"/>
              <a:t>PART 1A: League PASSING</a:t>
            </a:r>
            <a:endParaRPr/>
          </a:p>
        </p:txBody>
      </p:sp>
      <p:sp>
        <p:nvSpPr>
          <p:cNvPr id="1153" name="Google Shape;1153;p66"/>
          <p:cNvSpPr txBox="1"/>
          <p:nvPr/>
        </p:nvSpPr>
        <p:spPr>
          <a:xfrm>
            <a:off x="1252575" y="3526200"/>
            <a:ext cx="6734100" cy="16173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lt1"/>
              </a:buClr>
              <a:buSzPts val="1900"/>
              <a:buFont typeface="Manrope"/>
              <a:buChar char="●"/>
            </a:pPr>
            <a:r>
              <a:rPr lang="en" sz="1900">
                <a:solidFill>
                  <a:schemeClr val="lt1"/>
                </a:solidFill>
                <a:latin typeface="Manrope"/>
                <a:ea typeface="Manrope"/>
                <a:cs typeface="Manrope"/>
                <a:sym typeface="Manrope"/>
              </a:rPr>
              <a:t>There is greater </a:t>
            </a:r>
            <a:r>
              <a:rPr lang="en" sz="1900">
                <a:solidFill>
                  <a:schemeClr val="lt1"/>
                </a:solidFill>
                <a:latin typeface="Manrope"/>
                <a:ea typeface="Manrope"/>
                <a:cs typeface="Manrope"/>
                <a:sym typeface="Manrope"/>
              </a:rPr>
              <a:t>variation</a:t>
            </a:r>
            <a:r>
              <a:rPr lang="en" sz="1900">
                <a:solidFill>
                  <a:schemeClr val="lt1"/>
                </a:solidFill>
                <a:latin typeface="Manrope"/>
                <a:ea typeface="Manrope"/>
                <a:cs typeface="Manrope"/>
                <a:sym typeface="Manrope"/>
              </a:rPr>
              <a:t> in the passing data </a:t>
            </a:r>
            <a:endParaRPr sz="1900">
              <a:solidFill>
                <a:schemeClr val="lt1"/>
              </a:solidFill>
              <a:latin typeface="Manrope"/>
              <a:ea typeface="Manrope"/>
              <a:cs typeface="Manrope"/>
              <a:sym typeface="Manrope"/>
            </a:endParaRPr>
          </a:p>
          <a:p>
            <a:pPr indent="-349250" lvl="0" marL="457200" rtl="0" algn="l">
              <a:spcBef>
                <a:spcPts val="0"/>
              </a:spcBef>
              <a:spcAft>
                <a:spcPts val="0"/>
              </a:spcAft>
              <a:buClr>
                <a:schemeClr val="lt1"/>
              </a:buClr>
              <a:buSzPts val="1900"/>
              <a:buFont typeface="Manrope"/>
              <a:buChar char="●"/>
            </a:pPr>
            <a:r>
              <a:rPr lang="en" sz="1900">
                <a:solidFill>
                  <a:schemeClr val="lt1"/>
                </a:solidFill>
                <a:latin typeface="Manrope"/>
                <a:ea typeface="Manrope"/>
                <a:cs typeface="Manrope"/>
                <a:sym typeface="Manrope"/>
              </a:rPr>
              <a:t>A</a:t>
            </a:r>
            <a:r>
              <a:rPr lang="en" sz="1900">
                <a:solidFill>
                  <a:schemeClr val="lt1"/>
                </a:solidFill>
                <a:latin typeface="Manrope"/>
                <a:ea typeface="Manrope"/>
                <a:cs typeface="Manrope"/>
                <a:sym typeface="Manrope"/>
              </a:rPr>
              <a:t>verage</a:t>
            </a:r>
            <a:r>
              <a:rPr lang="en" sz="1900">
                <a:solidFill>
                  <a:schemeClr val="lt1"/>
                </a:solidFill>
                <a:latin typeface="Manrope"/>
                <a:ea typeface="Manrope"/>
                <a:cs typeface="Manrope"/>
                <a:sym typeface="Manrope"/>
              </a:rPr>
              <a:t> R</a:t>
            </a:r>
            <a:r>
              <a:rPr baseline="30000" lang="en" sz="1900">
                <a:solidFill>
                  <a:schemeClr val="lt1"/>
                </a:solidFill>
                <a:latin typeface="Manrope"/>
                <a:ea typeface="Manrope"/>
                <a:cs typeface="Manrope"/>
                <a:sym typeface="Manrope"/>
              </a:rPr>
              <a:t>2</a:t>
            </a:r>
            <a:r>
              <a:rPr lang="en" sz="1900">
                <a:solidFill>
                  <a:schemeClr val="lt1"/>
                </a:solidFill>
                <a:latin typeface="Manrope"/>
                <a:ea typeface="Manrope"/>
                <a:cs typeface="Manrope"/>
                <a:sym typeface="Manrope"/>
              </a:rPr>
              <a:t> value of 0.4 compared to 0.59</a:t>
            </a:r>
            <a:endParaRPr sz="1900">
              <a:solidFill>
                <a:schemeClr val="lt1"/>
              </a:solidFill>
              <a:latin typeface="Manrope"/>
              <a:ea typeface="Manrope"/>
              <a:cs typeface="Manrope"/>
              <a:sym typeface="Manrope"/>
            </a:endParaRPr>
          </a:p>
          <a:p>
            <a:pPr indent="-349250" lvl="0" marL="457200" rtl="0" algn="l">
              <a:spcBef>
                <a:spcPts val="0"/>
              </a:spcBef>
              <a:spcAft>
                <a:spcPts val="0"/>
              </a:spcAft>
              <a:buClr>
                <a:schemeClr val="lt1"/>
              </a:buClr>
              <a:buSzPts val="1900"/>
              <a:buFont typeface="Manrope"/>
              <a:buChar char="●"/>
            </a:pPr>
            <a:r>
              <a:rPr lang="en" sz="1900">
                <a:solidFill>
                  <a:schemeClr val="lt1"/>
                </a:solidFill>
                <a:latin typeface="Manrope"/>
                <a:ea typeface="Manrope"/>
                <a:cs typeface="Manrope"/>
                <a:sym typeface="Manrope"/>
              </a:rPr>
              <a:t>Average slope of 5.67 compared to an average of 5.21</a:t>
            </a:r>
            <a:endParaRPr sz="1900">
              <a:solidFill>
                <a:schemeClr val="lt1"/>
              </a:solidFill>
              <a:latin typeface="Manrope"/>
              <a:ea typeface="Manrope"/>
              <a:cs typeface="Manrope"/>
              <a:sym typeface="Manrope"/>
            </a:endParaRPr>
          </a:p>
          <a:p>
            <a:pPr indent="-349250" lvl="0" marL="457200" rtl="0" algn="l">
              <a:spcBef>
                <a:spcPts val="0"/>
              </a:spcBef>
              <a:spcAft>
                <a:spcPts val="0"/>
              </a:spcAft>
              <a:buClr>
                <a:schemeClr val="lt1"/>
              </a:buClr>
              <a:buSzPts val="1900"/>
              <a:buFont typeface="Manrope"/>
              <a:buChar char="●"/>
            </a:pPr>
            <a:r>
              <a:rPr lang="en" sz="1900">
                <a:solidFill>
                  <a:schemeClr val="lt1"/>
                </a:solidFill>
                <a:latin typeface="Manrope"/>
                <a:ea typeface="Manrope"/>
                <a:cs typeface="Manrope"/>
                <a:sym typeface="Manrope"/>
              </a:rPr>
              <a:t> Similar spread of slopes; 0.61 spread compared to .54</a:t>
            </a:r>
            <a:endParaRPr sz="1900">
              <a:solidFill>
                <a:schemeClr val="lt1"/>
              </a:solidFill>
              <a:latin typeface="Manrope"/>
              <a:ea typeface="Manrope"/>
              <a:cs typeface="Manrope"/>
              <a:sym typeface="Manrope"/>
            </a:endParaRPr>
          </a:p>
        </p:txBody>
      </p:sp>
      <p:pic>
        <p:nvPicPr>
          <p:cNvPr id="1154" name="Google Shape;1154;p66"/>
          <p:cNvPicPr preferRelativeResize="0"/>
          <p:nvPr/>
        </p:nvPicPr>
        <p:blipFill>
          <a:blip r:embed="rId3">
            <a:alphaModFix/>
          </a:blip>
          <a:stretch>
            <a:fillRect/>
          </a:stretch>
        </p:blipFill>
        <p:spPr>
          <a:xfrm>
            <a:off x="5287850" y="925438"/>
            <a:ext cx="2698824" cy="2581475"/>
          </a:xfrm>
          <a:prstGeom prst="rect">
            <a:avLst/>
          </a:prstGeom>
          <a:noFill/>
          <a:ln>
            <a:noFill/>
          </a:ln>
        </p:spPr>
      </p:pic>
      <p:pic>
        <p:nvPicPr>
          <p:cNvPr id="1155" name="Google Shape;1155;p66"/>
          <p:cNvPicPr preferRelativeResize="0"/>
          <p:nvPr/>
        </p:nvPicPr>
        <p:blipFill>
          <a:blip r:embed="rId4">
            <a:alphaModFix/>
          </a:blip>
          <a:stretch>
            <a:fillRect/>
          </a:stretch>
        </p:blipFill>
        <p:spPr>
          <a:xfrm>
            <a:off x="1658475" y="1058544"/>
            <a:ext cx="2224462" cy="231525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67"/>
          <p:cNvSpPr txBox="1"/>
          <p:nvPr>
            <p:ph type="title"/>
          </p:nvPr>
        </p:nvSpPr>
        <p:spPr>
          <a:xfrm rot="-185">
            <a:off x="1739775" y="84925"/>
            <a:ext cx="5569200" cy="5577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000000"/>
              </a:buClr>
              <a:buSzPts val="900"/>
              <a:buFont typeface="Arial"/>
              <a:buNone/>
            </a:pPr>
            <a:r>
              <a:rPr lang="en"/>
              <a:t>PART 2B: Team PASSING</a:t>
            </a:r>
            <a:endParaRPr/>
          </a:p>
        </p:txBody>
      </p:sp>
      <p:sp>
        <p:nvSpPr>
          <p:cNvPr id="1161" name="Google Shape;1161;p67"/>
          <p:cNvSpPr txBox="1"/>
          <p:nvPr/>
        </p:nvSpPr>
        <p:spPr>
          <a:xfrm>
            <a:off x="413475" y="3589300"/>
            <a:ext cx="8412300" cy="2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Manrope"/>
                <a:ea typeface="Manrope"/>
                <a:cs typeface="Manrope"/>
                <a:sym typeface="Manrope"/>
              </a:rPr>
              <a:t>Some notable teams include:</a:t>
            </a:r>
            <a:endParaRPr sz="1200">
              <a:solidFill>
                <a:schemeClr val="lt1"/>
              </a:solidFill>
              <a:latin typeface="Manrope"/>
              <a:ea typeface="Manrope"/>
              <a:cs typeface="Manrope"/>
              <a:sym typeface="Manrope"/>
            </a:endParaRPr>
          </a:p>
          <a:p>
            <a:pPr indent="0" lvl="0" marL="0" rtl="0" algn="l">
              <a:spcBef>
                <a:spcPts val="0"/>
              </a:spcBef>
              <a:spcAft>
                <a:spcPts val="0"/>
              </a:spcAft>
              <a:buNone/>
            </a:pPr>
            <a:r>
              <a:rPr lang="en" sz="1200">
                <a:solidFill>
                  <a:schemeClr val="lt1"/>
                </a:solidFill>
                <a:latin typeface="Manrope"/>
                <a:ea typeface="Manrope"/>
                <a:cs typeface="Manrope"/>
                <a:sym typeface="Manrope"/>
              </a:rPr>
              <a:t>- The Chiefs  led the league in total passing 3 out of the 5 years and didn’t rank lower than 2nd </a:t>
            </a:r>
            <a:endParaRPr sz="1200">
              <a:solidFill>
                <a:schemeClr val="lt1"/>
              </a:solidFill>
              <a:latin typeface="Manrope"/>
              <a:ea typeface="Manrope"/>
              <a:cs typeface="Manrope"/>
              <a:sym typeface="Manrope"/>
            </a:endParaRPr>
          </a:p>
          <a:p>
            <a:pPr indent="0" lvl="0" marL="0" rtl="0" algn="l">
              <a:spcBef>
                <a:spcPts val="0"/>
              </a:spcBef>
              <a:spcAft>
                <a:spcPts val="0"/>
              </a:spcAft>
              <a:buNone/>
            </a:pPr>
            <a:r>
              <a:rPr lang="en" sz="1200">
                <a:solidFill>
                  <a:schemeClr val="lt1"/>
                </a:solidFill>
                <a:latin typeface="Manrope"/>
                <a:ea typeface="Manrope"/>
                <a:cs typeface="Manrope"/>
                <a:sym typeface="Manrope"/>
              </a:rPr>
              <a:t>-</a:t>
            </a:r>
            <a:r>
              <a:rPr lang="en" sz="1200">
                <a:solidFill>
                  <a:schemeClr val="lt1"/>
                </a:solidFill>
                <a:latin typeface="Manrope"/>
                <a:ea typeface="Manrope"/>
                <a:cs typeface="Manrope"/>
                <a:sym typeface="Manrope"/>
              </a:rPr>
              <a:t> The Buccaneers also saw incredible passing success in this 5 seasons, ranking in the top 3 in 4 out of the 5 seasons and 6th in 2023.</a:t>
            </a:r>
            <a:endParaRPr sz="1200">
              <a:solidFill>
                <a:schemeClr val="lt1"/>
              </a:solidFill>
              <a:latin typeface="Manrope"/>
              <a:ea typeface="Manrope"/>
              <a:cs typeface="Manrope"/>
              <a:sym typeface="Manrope"/>
            </a:endParaRPr>
          </a:p>
          <a:p>
            <a:pPr indent="0" lvl="0" marL="0" rtl="0" algn="l">
              <a:spcBef>
                <a:spcPts val="0"/>
              </a:spcBef>
              <a:spcAft>
                <a:spcPts val="0"/>
              </a:spcAft>
              <a:buNone/>
            </a:pPr>
            <a:r>
              <a:rPr lang="en" sz="1200">
                <a:solidFill>
                  <a:schemeClr val="lt1"/>
                </a:solidFill>
                <a:latin typeface="Manrope"/>
                <a:ea typeface="Manrope"/>
                <a:cs typeface="Manrope"/>
                <a:sym typeface="Manrope"/>
              </a:rPr>
              <a:t>- The Jets on the other hand, ranked bottom 5 in total passing yards in three seasons,  including ranking dead last in 2020.</a:t>
            </a:r>
            <a:endParaRPr sz="1200">
              <a:solidFill>
                <a:schemeClr val="lt1"/>
              </a:solidFill>
              <a:latin typeface="Manrope"/>
              <a:ea typeface="Manrope"/>
              <a:cs typeface="Manrope"/>
              <a:sym typeface="Manrope"/>
            </a:endParaRPr>
          </a:p>
          <a:p>
            <a:pPr indent="0" lvl="0" marL="0" rtl="0" algn="l">
              <a:spcBef>
                <a:spcPts val="0"/>
              </a:spcBef>
              <a:spcAft>
                <a:spcPts val="0"/>
              </a:spcAft>
              <a:buNone/>
            </a:pPr>
            <a:r>
              <a:rPr lang="en" sz="1200">
                <a:solidFill>
                  <a:schemeClr val="lt1"/>
                </a:solidFill>
                <a:latin typeface="Manrope"/>
                <a:ea typeface="Manrope"/>
                <a:cs typeface="Manrope"/>
                <a:sym typeface="Manrope"/>
              </a:rPr>
              <a:t>- The Ravens, in spite of their rushing success, ranked in the bottom 10 in total passing 3 out of 5 seasons, peaking at league average 16th in 2023.</a:t>
            </a:r>
            <a:endParaRPr sz="1200">
              <a:solidFill>
                <a:schemeClr val="lt1"/>
              </a:solidFill>
              <a:latin typeface="Manrope"/>
              <a:ea typeface="Manrope"/>
              <a:cs typeface="Manrope"/>
              <a:sym typeface="Manrope"/>
            </a:endParaRPr>
          </a:p>
          <a:p>
            <a:pPr indent="0" lvl="0" marL="0" rtl="0" algn="l">
              <a:spcBef>
                <a:spcPts val="0"/>
              </a:spcBef>
              <a:spcAft>
                <a:spcPts val="0"/>
              </a:spcAft>
              <a:buNone/>
            </a:pPr>
            <a:r>
              <a:t/>
            </a:r>
            <a:endParaRPr sz="1200">
              <a:solidFill>
                <a:schemeClr val="lt1"/>
              </a:solidFill>
              <a:latin typeface="Manrope"/>
              <a:ea typeface="Manrope"/>
              <a:cs typeface="Manrope"/>
              <a:sym typeface="Manrope"/>
            </a:endParaRPr>
          </a:p>
        </p:txBody>
      </p:sp>
      <p:pic>
        <p:nvPicPr>
          <p:cNvPr id="1162" name="Google Shape;1162;p67"/>
          <p:cNvPicPr preferRelativeResize="0"/>
          <p:nvPr/>
        </p:nvPicPr>
        <p:blipFill>
          <a:blip r:embed="rId3">
            <a:alphaModFix/>
          </a:blip>
          <a:stretch>
            <a:fillRect/>
          </a:stretch>
        </p:blipFill>
        <p:spPr>
          <a:xfrm>
            <a:off x="228600" y="698425"/>
            <a:ext cx="4262888" cy="2946550"/>
          </a:xfrm>
          <a:prstGeom prst="rect">
            <a:avLst/>
          </a:prstGeom>
          <a:noFill/>
          <a:ln>
            <a:noFill/>
          </a:ln>
        </p:spPr>
      </p:pic>
      <p:pic>
        <p:nvPicPr>
          <p:cNvPr id="1163" name="Google Shape;1163;p67"/>
          <p:cNvPicPr preferRelativeResize="0"/>
          <p:nvPr/>
        </p:nvPicPr>
        <p:blipFill>
          <a:blip r:embed="rId4">
            <a:alphaModFix/>
          </a:blip>
          <a:stretch>
            <a:fillRect/>
          </a:stretch>
        </p:blipFill>
        <p:spPr>
          <a:xfrm>
            <a:off x="4577325" y="697550"/>
            <a:ext cx="4262899" cy="294831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68"/>
          <p:cNvSpPr txBox="1"/>
          <p:nvPr>
            <p:ph type="title"/>
          </p:nvPr>
        </p:nvSpPr>
        <p:spPr>
          <a:xfrm rot="-185">
            <a:off x="1739775" y="84925"/>
            <a:ext cx="5569200" cy="5577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000000"/>
              </a:buClr>
              <a:buSzPts val="900"/>
              <a:buFont typeface="Arial"/>
              <a:buNone/>
            </a:pPr>
            <a:r>
              <a:rPr lang="en"/>
              <a:t>PART 2B: Team PASSING</a:t>
            </a:r>
            <a:endParaRPr/>
          </a:p>
        </p:txBody>
      </p:sp>
      <p:sp>
        <p:nvSpPr>
          <p:cNvPr id="1169" name="Google Shape;1169;p68"/>
          <p:cNvSpPr txBox="1"/>
          <p:nvPr/>
        </p:nvSpPr>
        <p:spPr>
          <a:xfrm>
            <a:off x="731700" y="3646725"/>
            <a:ext cx="8412300" cy="2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Manrope"/>
                <a:ea typeface="Manrope"/>
                <a:cs typeface="Manrope"/>
                <a:sym typeface="Manrope"/>
              </a:rPr>
              <a:t>- </a:t>
            </a:r>
            <a:r>
              <a:rPr lang="en" sz="1200">
                <a:solidFill>
                  <a:schemeClr val="lt1"/>
                </a:solidFill>
                <a:latin typeface="Manrope"/>
                <a:ea typeface="Manrope"/>
                <a:cs typeface="Manrope"/>
                <a:sym typeface="Manrope"/>
              </a:rPr>
              <a:t>The Chiefs ranked </a:t>
            </a:r>
            <a:r>
              <a:rPr lang="en" sz="1200">
                <a:solidFill>
                  <a:schemeClr val="lt1"/>
                </a:solidFill>
                <a:latin typeface="Manrope"/>
                <a:ea typeface="Manrope"/>
                <a:cs typeface="Manrope"/>
                <a:sym typeface="Manrope"/>
              </a:rPr>
              <a:t> in the top 5 for passer rating, 4 out of the 5 seasons but </a:t>
            </a:r>
            <a:r>
              <a:rPr lang="en" sz="1200">
                <a:solidFill>
                  <a:schemeClr val="lt1"/>
                </a:solidFill>
                <a:latin typeface="Manrope"/>
                <a:ea typeface="Manrope"/>
                <a:cs typeface="Manrope"/>
                <a:sym typeface="Manrope"/>
              </a:rPr>
              <a:t>fell</a:t>
            </a:r>
            <a:r>
              <a:rPr lang="en" sz="1200">
                <a:solidFill>
                  <a:schemeClr val="lt1"/>
                </a:solidFill>
                <a:latin typeface="Manrope"/>
                <a:ea typeface="Manrope"/>
                <a:cs typeface="Manrope"/>
                <a:sym typeface="Manrope"/>
              </a:rPr>
              <a:t> closer to league average in 2023 after leading the league in 2022. </a:t>
            </a:r>
            <a:endParaRPr sz="1200">
              <a:solidFill>
                <a:schemeClr val="lt1"/>
              </a:solidFill>
              <a:latin typeface="Manrope"/>
              <a:ea typeface="Manrope"/>
              <a:cs typeface="Manrope"/>
              <a:sym typeface="Manrope"/>
            </a:endParaRPr>
          </a:p>
          <a:p>
            <a:pPr indent="0" lvl="0" marL="0" rtl="0" algn="l">
              <a:spcBef>
                <a:spcPts val="0"/>
              </a:spcBef>
              <a:spcAft>
                <a:spcPts val="0"/>
              </a:spcAft>
              <a:buNone/>
            </a:pPr>
            <a:r>
              <a:rPr lang="en" sz="1200">
                <a:solidFill>
                  <a:schemeClr val="lt1"/>
                </a:solidFill>
                <a:latin typeface="Manrope"/>
                <a:ea typeface="Manrope"/>
                <a:cs typeface="Manrope"/>
                <a:sym typeface="Manrope"/>
              </a:rPr>
              <a:t>- </a:t>
            </a:r>
            <a:r>
              <a:rPr lang="en" sz="1200">
                <a:solidFill>
                  <a:schemeClr val="lt1"/>
                </a:solidFill>
                <a:latin typeface="Manrope"/>
                <a:ea typeface="Manrope"/>
                <a:cs typeface="Manrope"/>
                <a:sym typeface="Manrope"/>
              </a:rPr>
              <a:t>The Jets ranked </a:t>
            </a:r>
            <a:r>
              <a:rPr lang="en" sz="1200">
                <a:solidFill>
                  <a:schemeClr val="lt1"/>
                </a:solidFill>
                <a:latin typeface="Manrope"/>
                <a:ea typeface="Manrope"/>
                <a:cs typeface="Manrope"/>
                <a:sym typeface="Manrope"/>
              </a:rPr>
              <a:t>in the bottom 5 every season. Even the season they were around league average in total passing, they ranked second-to-last in passer rating. (yikes!)</a:t>
            </a:r>
            <a:endParaRPr sz="1200">
              <a:solidFill>
                <a:schemeClr val="lt1"/>
              </a:solidFill>
              <a:latin typeface="Manrope"/>
              <a:ea typeface="Manrope"/>
              <a:cs typeface="Manrope"/>
              <a:sym typeface="Manrope"/>
            </a:endParaRPr>
          </a:p>
          <a:p>
            <a:pPr indent="0" lvl="0" marL="0" rtl="0" algn="l">
              <a:spcBef>
                <a:spcPts val="0"/>
              </a:spcBef>
              <a:spcAft>
                <a:spcPts val="0"/>
              </a:spcAft>
              <a:buNone/>
            </a:pPr>
            <a:r>
              <a:rPr lang="en" sz="1200">
                <a:solidFill>
                  <a:schemeClr val="lt1"/>
                </a:solidFill>
                <a:latin typeface="Manrope"/>
                <a:ea typeface="Manrope"/>
                <a:cs typeface="Manrope"/>
                <a:sym typeface="Manrope"/>
              </a:rPr>
              <a:t>- In 2019, the Titans led the league in passer rating, which is quite surprising from a team with Derrick Henry, who ran for over 1500 yards and 16 tds, had two different starting QB's, and only won 9 games. </a:t>
            </a:r>
            <a:endParaRPr sz="1200">
              <a:solidFill>
                <a:schemeClr val="lt1"/>
              </a:solidFill>
              <a:latin typeface="Manrope"/>
              <a:ea typeface="Manrope"/>
              <a:cs typeface="Manrope"/>
              <a:sym typeface="Manrope"/>
            </a:endParaRPr>
          </a:p>
          <a:p>
            <a:pPr indent="0" lvl="0" marL="0" rtl="0" algn="l">
              <a:spcBef>
                <a:spcPts val="0"/>
              </a:spcBef>
              <a:spcAft>
                <a:spcPts val="0"/>
              </a:spcAft>
              <a:buNone/>
            </a:pPr>
            <a:r>
              <a:t/>
            </a:r>
            <a:endParaRPr sz="1200">
              <a:solidFill>
                <a:schemeClr val="lt1"/>
              </a:solidFill>
              <a:latin typeface="Manrope"/>
              <a:ea typeface="Manrope"/>
              <a:cs typeface="Manrope"/>
              <a:sym typeface="Manrope"/>
            </a:endParaRPr>
          </a:p>
          <a:p>
            <a:pPr indent="0" lvl="0" marL="0" rtl="0" algn="l">
              <a:spcBef>
                <a:spcPts val="0"/>
              </a:spcBef>
              <a:spcAft>
                <a:spcPts val="0"/>
              </a:spcAft>
              <a:buNone/>
            </a:pPr>
            <a:r>
              <a:t/>
            </a:r>
            <a:endParaRPr sz="1200">
              <a:solidFill>
                <a:schemeClr val="lt1"/>
              </a:solidFill>
              <a:latin typeface="Manrope"/>
              <a:ea typeface="Manrope"/>
              <a:cs typeface="Manrope"/>
              <a:sym typeface="Manrope"/>
            </a:endParaRPr>
          </a:p>
          <a:p>
            <a:pPr indent="0" lvl="0" marL="0" rtl="0" algn="l">
              <a:spcBef>
                <a:spcPts val="0"/>
              </a:spcBef>
              <a:spcAft>
                <a:spcPts val="0"/>
              </a:spcAft>
              <a:buNone/>
            </a:pPr>
            <a:r>
              <a:t/>
            </a:r>
            <a:endParaRPr sz="1200">
              <a:solidFill>
                <a:schemeClr val="lt1"/>
              </a:solidFill>
              <a:latin typeface="Manrope"/>
              <a:ea typeface="Manrope"/>
              <a:cs typeface="Manrope"/>
              <a:sym typeface="Manrope"/>
            </a:endParaRPr>
          </a:p>
          <a:p>
            <a:pPr indent="0" lvl="0" marL="0" rtl="0" algn="l">
              <a:spcBef>
                <a:spcPts val="0"/>
              </a:spcBef>
              <a:spcAft>
                <a:spcPts val="0"/>
              </a:spcAft>
              <a:buNone/>
            </a:pPr>
            <a:r>
              <a:t/>
            </a:r>
            <a:endParaRPr sz="1200">
              <a:solidFill>
                <a:schemeClr val="lt1"/>
              </a:solidFill>
              <a:latin typeface="Manrope"/>
              <a:ea typeface="Manrope"/>
              <a:cs typeface="Manrope"/>
              <a:sym typeface="Manrope"/>
            </a:endParaRPr>
          </a:p>
        </p:txBody>
      </p:sp>
      <p:pic>
        <p:nvPicPr>
          <p:cNvPr id="1170" name="Google Shape;1170;p68"/>
          <p:cNvPicPr preferRelativeResize="0"/>
          <p:nvPr/>
        </p:nvPicPr>
        <p:blipFill>
          <a:blip r:embed="rId3">
            <a:alphaModFix/>
          </a:blip>
          <a:stretch>
            <a:fillRect/>
          </a:stretch>
        </p:blipFill>
        <p:spPr>
          <a:xfrm>
            <a:off x="4858026" y="698427"/>
            <a:ext cx="4126328" cy="2948300"/>
          </a:xfrm>
          <a:prstGeom prst="rect">
            <a:avLst/>
          </a:prstGeom>
          <a:noFill/>
          <a:ln>
            <a:noFill/>
          </a:ln>
        </p:spPr>
      </p:pic>
      <p:pic>
        <p:nvPicPr>
          <p:cNvPr id="1171" name="Google Shape;1171;p68"/>
          <p:cNvPicPr preferRelativeResize="0"/>
          <p:nvPr/>
        </p:nvPicPr>
        <p:blipFill>
          <a:blip r:embed="rId4">
            <a:alphaModFix/>
          </a:blip>
          <a:stretch>
            <a:fillRect/>
          </a:stretch>
        </p:blipFill>
        <p:spPr>
          <a:xfrm>
            <a:off x="731702" y="698428"/>
            <a:ext cx="4126325" cy="294829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69"/>
          <p:cNvSpPr txBox="1"/>
          <p:nvPr>
            <p:ph type="title"/>
          </p:nvPr>
        </p:nvSpPr>
        <p:spPr>
          <a:xfrm rot="-185">
            <a:off x="1739775" y="84925"/>
            <a:ext cx="5569200" cy="5577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000000"/>
              </a:buClr>
              <a:buSzPts val="900"/>
              <a:buFont typeface="Arial"/>
              <a:buNone/>
            </a:pPr>
            <a:r>
              <a:rPr lang="en"/>
              <a:t>PART 3: Correlation</a:t>
            </a:r>
            <a:endParaRPr/>
          </a:p>
        </p:txBody>
      </p:sp>
      <p:pic>
        <p:nvPicPr>
          <p:cNvPr id="1177" name="Google Shape;1177;p69"/>
          <p:cNvPicPr preferRelativeResize="0"/>
          <p:nvPr/>
        </p:nvPicPr>
        <p:blipFill>
          <a:blip r:embed="rId3">
            <a:alphaModFix/>
          </a:blip>
          <a:stretch>
            <a:fillRect/>
          </a:stretch>
        </p:blipFill>
        <p:spPr>
          <a:xfrm>
            <a:off x="1005625" y="750650"/>
            <a:ext cx="4755650" cy="4255050"/>
          </a:xfrm>
          <a:prstGeom prst="rect">
            <a:avLst/>
          </a:prstGeom>
          <a:noFill/>
          <a:ln>
            <a:noFill/>
          </a:ln>
        </p:spPr>
      </p:pic>
      <p:pic>
        <p:nvPicPr>
          <p:cNvPr id="1178" name="Google Shape;1178;p69"/>
          <p:cNvPicPr preferRelativeResize="0"/>
          <p:nvPr/>
        </p:nvPicPr>
        <p:blipFill>
          <a:blip r:embed="rId4">
            <a:alphaModFix/>
          </a:blip>
          <a:stretch>
            <a:fillRect/>
          </a:stretch>
        </p:blipFill>
        <p:spPr>
          <a:xfrm>
            <a:off x="6581650" y="1806612"/>
            <a:ext cx="2143125" cy="2143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70"/>
          <p:cNvSpPr txBox="1"/>
          <p:nvPr>
            <p:ph type="title"/>
          </p:nvPr>
        </p:nvSpPr>
        <p:spPr>
          <a:xfrm rot="-185">
            <a:off x="1739775" y="84925"/>
            <a:ext cx="5569200" cy="5577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000000"/>
              </a:buClr>
              <a:buSzPts val="900"/>
              <a:buFont typeface="Arial"/>
              <a:buNone/>
            </a:pPr>
            <a:r>
              <a:rPr lang="en"/>
              <a:t>PART 3: Correlation</a:t>
            </a:r>
            <a:endParaRPr/>
          </a:p>
        </p:txBody>
      </p:sp>
      <p:pic>
        <p:nvPicPr>
          <p:cNvPr id="1184" name="Google Shape;1184;p70"/>
          <p:cNvPicPr preferRelativeResize="0"/>
          <p:nvPr/>
        </p:nvPicPr>
        <p:blipFill>
          <a:blip r:embed="rId3">
            <a:alphaModFix/>
          </a:blip>
          <a:stretch>
            <a:fillRect/>
          </a:stretch>
        </p:blipFill>
        <p:spPr>
          <a:xfrm>
            <a:off x="105950" y="834025"/>
            <a:ext cx="5106224" cy="3000225"/>
          </a:xfrm>
          <a:prstGeom prst="rect">
            <a:avLst/>
          </a:prstGeom>
          <a:noFill/>
          <a:ln>
            <a:noFill/>
          </a:ln>
        </p:spPr>
      </p:pic>
      <p:pic>
        <p:nvPicPr>
          <p:cNvPr id="1185" name="Google Shape;1185;p70"/>
          <p:cNvPicPr preferRelativeResize="0"/>
          <p:nvPr/>
        </p:nvPicPr>
        <p:blipFill>
          <a:blip r:embed="rId4">
            <a:alphaModFix/>
          </a:blip>
          <a:stretch>
            <a:fillRect/>
          </a:stretch>
        </p:blipFill>
        <p:spPr>
          <a:xfrm>
            <a:off x="4619613" y="1895475"/>
            <a:ext cx="4467225" cy="306220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p71"/>
          <p:cNvSpPr/>
          <p:nvPr/>
        </p:nvSpPr>
        <p:spPr>
          <a:xfrm>
            <a:off x="-18000" y="3692450"/>
            <a:ext cx="9180000" cy="1030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rope"/>
              <a:ea typeface="Manrope"/>
              <a:cs typeface="Manrope"/>
              <a:sym typeface="Manrope"/>
            </a:endParaRPr>
          </a:p>
        </p:txBody>
      </p:sp>
      <p:sp>
        <p:nvSpPr>
          <p:cNvPr id="1191" name="Google Shape;1191;p71"/>
          <p:cNvSpPr/>
          <p:nvPr/>
        </p:nvSpPr>
        <p:spPr>
          <a:xfrm>
            <a:off x="0" y="1604625"/>
            <a:ext cx="9180000" cy="1030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rope"/>
              <a:ea typeface="Manrope"/>
              <a:cs typeface="Manrope"/>
              <a:sym typeface="Manrope"/>
            </a:endParaRPr>
          </a:p>
        </p:txBody>
      </p:sp>
      <p:sp>
        <p:nvSpPr>
          <p:cNvPr id="1192" name="Google Shape;1192;p71"/>
          <p:cNvSpPr txBox="1"/>
          <p:nvPr/>
        </p:nvSpPr>
        <p:spPr>
          <a:xfrm>
            <a:off x="543406" y="2876060"/>
            <a:ext cx="665100" cy="521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chemeClr val="lt1"/>
                </a:solidFill>
                <a:latin typeface="Manrope"/>
                <a:ea typeface="Manrope"/>
                <a:cs typeface="Manrope"/>
                <a:sym typeface="Manrope"/>
              </a:rPr>
              <a:t>02.</a:t>
            </a:r>
            <a:endParaRPr sz="1800">
              <a:solidFill>
                <a:schemeClr val="lt1"/>
              </a:solidFill>
              <a:latin typeface="Manrope"/>
              <a:ea typeface="Manrope"/>
              <a:cs typeface="Manrope"/>
              <a:sym typeface="Manrope"/>
            </a:endParaRPr>
          </a:p>
        </p:txBody>
      </p:sp>
      <p:sp>
        <p:nvSpPr>
          <p:cNvPr id="1193" name="Google Shape;1193;p71"/>
          <p:cNvSpPr txBox="1"/>
          <p:nvPr/>
        </p:nvSpPr>
        <p:spPr>
          <a:xfrm>
            <a:off x="543406" y="3928200"/>
            <a:ext cx="665100" cy="521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chemeClr val="lt1"/>
                </a:solidFill>
                <a:latin typeface="Manrope"/>
                <a:ea typeface="Manrope"/>
                <a:cs typeface="Manrope"/>
                <a:sym typeface="Manrope"/>
              </a:rPr>
              <a:t>03.</a:t>
            </a:r>
            <a:endParaRPr sz="1800">
              <a:solidFill>
                <a:schemeClr val="lt1"/>
              </a:solidFill>
              <a:latin typeface="Manrope"/>
              <a:ea typeface="Manrope"/>
              <a:cs typeface="Manrope"/>
              <a:sym typeface="Manrope"/>
            </a:endParaRPr>
          </a:p>
        </p:txBody>
      </p:sp>
      <p:sp>
        <p:nvSpPr>
          <p:cNvPr id="1194" name="Google Shape;1194;p71"/>
          <p:cNvSpPr txBox="1"/>
          <p:nvPr/>
        </p:nvSpPr>
        <p:spPr>
          <a:xfrm>
            <a:off x="1165353" y="1880350"/>
            <a:ext cx="7698900" cy="521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SzPts val="1900"/>
              <a:buNone/>
            </a:pPr>
            <a:r>
              <a:rPr lang="en" sz="1900">
                <a:solidFill>
                  <a:schemeClr val="lt1"/>
                </a:solidFill>
                <a:latin typeface="Anton"/>
                <a:ea typeface="Anton"/>
                <a:cs typeface="Anton"/>
                <a:sym typeface="Anton"/>
              </a:rPr>
              <a:t>Not a big difference in league rushing or passing data year to year but,</a:t>
            </a:r>
            <a:endParaRPr sz="1900">
              <a:solidFill>
                <a:schemeClr val="lt1"/>
              </a:solidFill>
              <a:latin typeface="Anton"/>
              <a:ea typeface="Anton"/>
              <a:cs typeface="Anton"/>
              <a:sym typeface="Anton"/>
            </a:endParaRPr>
          </a:p>
          <a:p>
            <a:pPr indent="0" lvl="0" marL="0" rtl="0" algn="l">
              <a:spcBef>
                <a:spcPts val="0"/>
              </a:spcBef>
              <a:spcAft>
                <a:spcPts val="0"/>
              </a:spcAft>
              <a:buSzPts val="1900"/>
              <a:buNone/>
            </a:pPr>
            <a:r>
              <a:rPr lang="en" sz="1900">
                <a:solidFill>
                  <a:schemeClr val="lt1"/>
                </a:solidFill>
                <a:latin typeface="Anton"/>
                <a:ea typeface="Anton"/>
                <a:cs typeface="Anton"/>
                <a:sym typeface="Anton"/>
              </a:rPr>
              <a:t>big difference in the specific team rankings for both passing and rushing.</a:t>
            </a:r>
            <a:endParaRPr sz="1900">
              <a:solidFill>
                <a:schemeClr val="lt1"/>
              </a:solidFill>
              <a:latin typeface="Anton"/>
              <a:ea typeface="Anton"/>
              <a:cs typeface="Anton"/>
              <a:sym typeface="Anton"/>
            </a:endParaRPr>
          </a:p>
        </p:txBody>
      </p:sp>
      <p:sp>
        <p:nvSpPr>
          <p:cNvPr id="1195" name="Google Shape;1195;p71"/>
          <p:cNvSpPr txBox="1"/>
          <p:nvPr/>
        </p:nvSpPr>
        <p:spPr>
          <a:xfrm>
            <a:off x="1165353" y="2894875"/>
            <a:ext cx="7632000" cy="521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lang="en" sz="1900">
                <a:solidFill>
                  <a:schemeClr val="lt1"/>
                </a:solidFill>
                <a:latin typeface="Anton"/>
                <a:ea typeface="Anton"/>
                <a:cs typeface="Anton"/>
                <a:sym typeface="Anton"/>
              </a:rPr>
              <a:t>There is no evidence to support a correlation between a good running game and a good passing game. Being successful at one does not equate to success in the other.</a:t>
            </a:r>
            <a:endParaRPr sz="1900">
              <a:solidFill>
                <a:schemeClr val="lt1"/>
              </a:solidFill>
              <a:latin typeface="Anton"/>
              <a:ea typeface="Anton"/>
              <a:cs typeface="Anton"/>
              <a:sym typeface="Anton"/>
            </a:endParaRPr>
          </a:p>
        </p:txBody>
      </p:sp>
      <p:sp>
        <p:nvSpPr>
          <p:cNvPr id="1196" name="Google Shape;1196;p71"/>
          <p:cNvSpPr txBox="1"/>
          <p:nvPr/>
        </p:nvSpPr>
        <p:spPr>
          <a:xfrm>
            <a:off x="1165353" y="3947000"/>
            <a:ext cx="7576500" cy="521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lang="en" sz="1900">
                <a:solidFill>
                  <a:schemeClr val="lt1"/>
                </a:solidFill>
                <a:latin typeface="Anton"/>
                <a:ea typeface="Anton"/>
                <a:cs typeface="Anton"/>
                <a:sym typeface="Anton"/>
              </a:rPr>
              <a:t>- Offense as a whole is only one part of the game of football, so a team with high offense rankings doesn't automatically mean they will have a high win percentage</a:t>
            </a:r>
            <a:endParaRPr sz="1900">
              <a:solidFill>
                <a:schemeClr val="lt1"/>
              </a:solidFill>
              <a:latin typeface="Anton"/>
              <a:ea typeface="Anton"/>
              <a:cs typeface="Anton"/>
              <a:sym typeface="Anton"/>
            </a:endParaRPr>
          </a:p>
        </p:txBody>
      </p:sp>
      <p:sp>
        <p:nvSpPr>
          <p:cNvPr id="1197" name="Google Shape;1197;p71"/>
          <p:cNvSpPr txBox="1"/>
          <p:nvPr/>
        </p:nvSpPr>
        <p:spPr>
          <a:xfrm>
            <a:off x="603000" y="1883300"/>
            <a:ext cx="472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80000"/>
              </a:lnSpc>
              <a:spcBef>
                <a:spcPts val="0"/>
              </a:spcBef>
              <a:spcAft>
                <a:spcPts val="0"/>
              </a:spcAft>
              <a:buClr>
                <a:srgbClr val="000000"/>
              </a:buClr>
              <a:buSzPts val="1800"/>
              <a:buFont typeface="Arial"/>
              <a:buNone/>
            </a:pPr>
            <a:r>
              <a:rPr lang="en" sz="1800">
                <a:solidFill>
                  <a:schemeClr val="lt1"/>
                </a:solidFill>
                <a:latin typeface="Manrope Medium"/>
                <a:ea typeface="Manrope Medium"/>
                <a:cs typeface="Manrope Medium"/>
                <a:sym typeface="Manrope Medium"/>
              </a:rPr>
              <a:t>01. </a:t>
            </a:r>
            <a:endParaRPr sz="1800">
              <a:solidFill>
                <a:schemeClr val="lt1"/>
              </a:solidFill>
              <a:latin typeface="Manrope Medium"/>
              <a:ea typeface="Manrope Medium"/>
              <a:cs typeface="Manrope Medium"/>
              <a:sym typeface="Manrope Medium"/>
            </a:endParaRPr>
          </a:p>
        </p:txBody>
      </p:sp>
      <p:sp>
        <p:nvSpPr>
          <p:cNvPr id="1198" name="Google Shape;1198;p71"/>
          <p:cNvSpPr txBox="1"/>
          <p:nvPr>
            <p:ph type="title"/>
          </p:nvPr>
        </p:nvSpPr>
        <p:spPr>
          <a:xfrm>
            <a:off x="513300" y="459075"/>
            <a:ext cx="4436400" cy="10158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1400"/>
              <a:buNone/>
            </a:pPr>
            <a:r>
              <a:rPr lang="en"/>
              <a:t>CONCLUSIONS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72"/>
          <p:cNvSpPr/>
          <p:nvPr/>
        </p:nvSpPr>
        <p:spPr>
          <a:xfrm rot="4795490">
            <a:off x="8639077" y="4483666"/>
            <a:ext cx="207500" cy="287945"/>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204" name="Google Shape;1204;p72"/>
          <p:cNvSpPr txBox="1"/>
          <p:nvPr>
            <p:ph type="title"/>
          </p:nvPr>
        </p:nvSpPr>
        <p:spPr>
          <a:xfrm>
            <a:off x="508875" y="874875"/>
            <a:ext cx="3003300" cy="5574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SzPts val="3000"/>
              <a:buNone/>
            </a:pPr>
            <a:r>
              <a:rPr lang="en" sz="4000"/>
              <a:t>FUTURE </a:t>
            </a:r>
            <a:r>
              <a:rPr lang="en" sz="4000"/>
              <a:t>STEPS</a:t>
            </a:r>
            <a:endParaRPr sz="4000"/>
          </a:p>
        </p:txBody>
      </p:sp>
      <p:sp>
        <p:nvSpPr>
          <p:cNvPr id="1205" name="Google Shape;1205;p72"/>
          <p:cNvSpPr txBox="1"/>
          <p:nvPr>
            <p:ph idx="1" type="body"/>
          </p:nvPr>
        </p:nvSpPr>
        <p:spPr>
          <a:xfrm>
            <a:off x="508875" y="1539275"/>
            <a:ext cx="5358900" cy="20403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1000"/>
              </a:spcBef>
              <a:spcAft>
                <a:spcPts val="0"/>
              </a:spcAft>
              <a:buSzPts val="1800"/>
              <a:buChar char="●"/>
            </a:pPr>
            <a:r>
              <a:rPr lang="en" sz="1800"/>
              <a:t>Explore the defensive statistics</a:t>
            </a:r>
            <a:endParaRPr sz="1800"/>
          </a:p>
          <a:p>
            <a:pPr indent="-342900" lvl="0" marL="457200" rtl="0" algn="l">
              <a:lnSpc>
                <a:spcPct val="100000"/>
              </a:lnSpc>
              <a:spcBef>
                <a:spcPts val="0"/>
              </a:spcBef>
              <a:spcAft>
                <a:spcPts val="0"/>
              </a:spcAft>
              <a:buSzPts val="1800"/>
              <a:buChar char="●"/>
            </a:pPr>
            <a:r>
              <a:rPr lang="en" sz="1800"/>
              <a:t>Explore more years and more seasons of data and find trends</a:t>
            </a:r>
            <a:endParaRPr sz="1800"/>
          </a:p>
          <a:p>
            <a:pPr indent="-342900" lvl="0" marL="457200" rtl="0" algn="l">
              <a:lnSpc>
                <a:spcPct val="100000"/>
              </a:lnSpc>
              <a:spcBef>
                <a:spcPts val="0"/>
              </a:spcBef>
              <a:spcAft>
                <a:spcPts val="0"/>
              </a:spcAft>
              <a:buSzPts val="1800"/>
              <a:buChar char="●"/>
            </a:pPr>
            <a:r>
              <a:rPr lang="en" sz="1800"/>
              <a:t>Work with advanced statistics, like EPA </a:t>
            </a:r>
            <a:r>
              <a:rPr lang="en" sz="1800"/>
              <a:t>per play</a:t>
            </a:r>
            <a:r>
              <a:rPr lang="en" sz="1800"/>
              <a:t>(Expected Points Added), and QBR (QB rating)</a:t>
            </a:r>
            <a:endParaRPr sz="1800"/>
          </a:p>
          <a:p>
            <a:pPr indent="0" lvl="0" marL="0" rtl="0" algn="l">
              <a:spcBef>
                <a:spcPts val="1000"/>
              </a:spcBef>
              <a:spcAft>
                <a:spcPts val="0"/>
              </a:spcAft>
              <a:buSzPts val="1200"/>
              <a:buNone/>
            </a:pPr>
            <a:r>
              <a:t/>
            </a:r>
            <a:endParaRPr/>
          </a:p>
        </p:txBody>
      </p:sp>
      <p:sp>
        <p:nvSpPr>
          <p:cNvPr id="1206" name="Google Shape;1206;p72"/>
          <p:cNvSpPr txBox="1"/>
          <p:nvPr/>
        </p:nvSpPr>
        <p:spPr>
          <a:xfrm rot="-130161">
            <a:off x="6038755" y="3910322"/>
            <a:ext cx="2662908" cy="632256"/>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1000"/>
              <a:buNone/>
            </a:pPr>
            <a:r>
              <a:rPr b="1" lang="en">
                <a:solidFill>
                  <a:schemeClr val="lt1"/>
                </a:solidFill>
                <a:latin typeface="Manrope"/>
                <a:ea typeface="Manrope"/>
                <a:cs typeface="Manrope"/>
                <a:sym typeface="Manrope"/>
              </a:rPr>
              <a:t>THE MORE VISUALIZATIONS THE BETTER!</a:t>
            </a:r>
            <a:endParaRPr b="1">
              <a:solidFill>
                <a:schemeClr val="lt1"/>
              </a:solidFill>
              <a:latin typeface="Manrope"/>
              <a:ea typeface="Manrope"/>
              <a:cs typeface="Manrope"/>
              <a:sym typeface="Manrope"/>
            </a:endParaRPr>
          </a:p>
          <a:p>
            <a:pPr indent="0" lvl="0" marL="0" rtl="0" algn="ctr">
              <a:spcBef>
                <a:spcPts val="0"/>
              </a:spcBef>
              <a:spcAft>
                <a:spcPts val="0"/>
              </a:spcAft>
              <a:buSzPts val="1000"/>
              <a:buNone/>
            </a:pPr>
            <a:r>
              <a:t/>
            </a:r>
            <a:endParaRPr b="1" sz="1000">
              <a:solidFill>
                <a:schemeClr val="lt1"/>
              </a:solidFill>
              <a:latin typeface="Manrope"/>
              <a:ea typeface="Manrope"/>
              <a:cs typeface="Manrope"/>
              <a:sym typeface="Manrope"/>
            </a:endParaRPr>
          </a:p>
          <a:p>
            <a:pPr indent="0" lvl="0" marL="0" rtl="0" algn="ctr">
              <a:spcBef>
                <a:spcPts val="0"/>
              </a:spcBef>
              <a:spcAft>
                <a:spcPts val="0"/>
              </a:spcAft>
              <a:buSzPts val="1000"/>
              <a:buNone/>
            </a:pPr>
            <a:r>
              <a:t/>
            </a:r>
            <a:endParaRPr b="1" sz="1000">
              <a:solidFill>
                <a:schemeClr val="lt1"/>
              </a:solidFill>
              <a:latin typeface="Manrope"/>
              <a:ea typeface="Manrope"/>
              <a:cs typeface="Manrope"/>
              <a:sym typeface="Manrope"/>
            </a:endParaRPr>
          </a:p>
        </p:txBody>
      </p:sp>
      <p:pic>
        <p:nvPicPr>
          <p:cNvPr id="1207" name="Google Shape;1207;p72"/>
          <p:cNvPicPr preferRelativeResize="0"/>
          <p:nvPr/>
        </p:nvPicPr>
        <p:blipFill>
          <a:blip r:embed="rId3">
            <a:alphaModFix/>
          </a:blip>
          <a:stretch>
            <a:fillRect/>
          </a:stretch>
        </p:blipFill>
        <p:spPr>
          <a:xfrm>
            <a:off x="5884488" y="874875"/>
            <a:ext cx="2971425" cy="1495116"/>
          </a:xfrm>
          <a:prstGeom prst="rect">
            <a:avLst/>
          </a:prstGeom>
          <a:noFill/>
          <a:ln>
            <a:noFill/>
          </a:ln>
        </p:spPr>
      </p:pic>
      <p:pic>
        <p:nvPicPr>
          <p:cNvPr id="1208" name="Google Shape;1208;p72"/>
          <p:cNvPicPr preferRelativeResize="0"/>
          <p:nvPr/>
        </p:nvPicPr>
        <p:blipFill>
          <a:blip r:embed="rId4">
            <a:alphaModFix/>
          </a:blip>
          <a:stretch>
            <a:fillRect/>
          </a:stretch>
        </p:blipFill>
        <p:spPr>
          <a:xfrm>
            <a:off x="6141963" y="2571750"/>
            <a:ext cx="1914525" cy="23812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73"/>
          <p:cNvSpPr txBox="1"/>
          <p:nvPr>
            <p:ph type="title"/>
          </p:nvPr>
        </p:nvSpPr>
        <p:spPr>
          <a:xfrm>
            <a:off x="460500" y="2025700"/>
            <a:ext cx="4703100" cy="1821300"/>
          </a:xfrm>
          <a:prstGeom prst="rect">
            <a:avLst/>
          </a:prstGeom>
        </p:spPr>
        <p:txBody>
          <a:bodyPr anchorCtr="0" anchor="b" bIns="0" lIns="91425" spcFirstLastPara="1" rIns="91425" wrap="square" tIns="91425">
            <a:noAutofit/>
          </a:bodyPr>
          <a:lstStyle/>
          <a:p>
            <a:pPr indent="0" lvl="0" marL="0" rtl="0" algn="l">
              <a:lnSpc>
                <a:spcPct val="90000"/>
              </a:lnSpc>
              <a:spcBef>
                <a:spcPts val="0"/>
              </a:spcBef>
              <a:spcAft>
                <a:spcPts val="0"/>
              </a:spcAft>
              <a:buSzPts val="9600"/>
              <a:buNone/>
            </a:pPr>
            <a:r>
              <a:rPr lang="en"/>
              <a:t>THANK YOU!</a:t>
            </a:r>
            <a:endParaRPr/>
          </a:p>
        </p:txBody>
      </p:sp>
      <p:sp>
        <p:nvSpPr>
          <p:cNvPr id="1214" name="Google Shape;1214;p73"/>
          <p:cNvSpPr txBox="1"/>
          <p:nvPr/>
        </p:nvSpPr>
        <p:spPr>
          <a:xfrm>
            <a:off x="4396875" y="1703975"/>
            <a:ext cx="4222800" cy="153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400">
                <a:solidFill>
                  <a:schemeClr val="lt1"/>
                </a:solidFill>
                <a:latin typeface="Manrope"/>
                <a:ea typeface="Manrope"/>
                <a:cs typeface="Manrope"/>
                <a:sym typeface="Manrope"/>
              </a:rPr>
              <a:t>ANY QUESTIONS??</a:t>
            </a:r>
            <a:endParaRPr b="1" sz="4400">
              <a:solidFill>
                <a:schemeClr val="lt1"/>
              </a:solidFill>
              <a:latin typeface="Manrope"/>
              <a:ea typeface="Manrope"/>
              <a:cs typeface="Manrope"/>
              <a:sym typeface="Manrope"/>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PER AGENDA">
  <a:themeElements>
    <a:clrScheme name="Simple Light">
      <a:dk1>
        <a:srgbClr val="E9E4DB"/>
      </a:dk1>
      <a:lt1>
        <a:srgbClr val="131313"/>
      </a:lt1>
      <a:dk2>
        <a:srgbClr val="E96A64"/>
      </a:dk2>
      <a:lt2>
        <a:srgbClr val="299F9C"/>
      </a:lt2>
      <a:accent1>
        <a:srgbClr val="C0534D"/>
      </a:accent1>
      <a:accent2>
        <a:srgbClr val="207D7B"/>
      </a:accent2>
      <a:accent3>
        <a:srgbClr val="6E9960"/>
      </a:accent3>
      <a:accent4>
        <a:srgbClr val="444746"/>
      </a:accent4>
      <a:accent5>
        <a:srgbClr val="CDC7B9"/>
      </a:accent5>
      <a:accent6>
        <a:srgbClr val="F5F5F5"/>
      </a:accent6>
      <a:hlink>
        <a:srgbClr val="577D4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